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1"/>
  </p:notesMasterIdLst>
  <p:sldIdLst>
    <p:sldId id="272" r:id="rId5"/>
    <p:sldId id="301" r:id="rId6"/>
    <p:sldId id="303" r:id="rId7"/>
    <p:sldId id="306" r:id="rId8"/>
    <p:sldId id="318" r:id="rId9"/>
    <p:sldId id="304" r:id="rId10"/>
    <p:sldId id="305" r:id="rId11"/>
    <p:sldId id="308" r:id="rId12"/>
    <p:sldId id="312" r:id="rId13"/>
    <p:sldId id="313" r:id="rId14"/>
    <p:sldId id="317" r:id="rId15"/>
    <p:sldId id="316" r:id="rId16"/>
    <p:sldId id="329" r:id="rId17"/>
    <p:sldId id="320" r:id="rId18"/>
    <p:sldId id="319" r:id="rId19"/>
    <p:sldId id="321" r:id="rId20"/>
    <p:sldId id="325" r:id="rId21"/>
    <p:sldId id="322" r:id="rId22"/>
    <p:sldId id="323" r:id="rId23"/>
    <p:sldId id="326" r:id="rId24"/>
    <p:sldId id="327" r:id="rId25"/>
    <p:sldId id="311" r:id="rId27"/>
    <p:sldId id="310" r:id="rId28"/>
    <p:sldId id="315" r:id="rId29"/>
    <p:sldId id="309" r:id="rId30"/>
  </p:sldIdLst>
  <p:sldSz cx="12192000" cy="6858000"/>
  <p:notesSz cx="7105650" cy="102362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986"/>
    <a:srgbClr val="FFF6DE"/>
    <a:srgbClr val="000000"/>
    <a:srgbClr val="FFFFFF"/>
    <a:srgbClr val="C431C3"/>
    <a:srgbClr val="059145"/>
    <a:srgbClr val="129794"/>
    <a:srgbClr val="FF642B"/>
    <a:srgbClr val="5B26C4"/>
    <a:srgbClr val="C520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90AF97-73A9-284D-BBCE-76B976BD63AB}" v="1577" dt="2026-07-07T02:22:52.433"/>
    <p1510:client id="{E998A6DF-5AC2-9449-BC0A-D0B594949752}" v="1198" dt="2026-07-07T00:55:00.6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6/11/relationships/changesInfo" Target="changesInfos/changesInfo1.xml"/><Relationship Id="rId3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TOSE Taichi" userId="58e504e7-569d-4fea-aa4c-99b0f3e8e636" providerId="ADAL" clId="{238ED2E7-4999-51A3-A61C-A3D4783B8236}"/>
    <pc:docChg chg="undo redo custSel addSld delSld modSld sldOrd">
      <pc:chgData name="KUTOSE Taichi" userId="58e504e7-569d-4fea-aa4c-99b0f3e8e636" providerId="ADAL" clId="{238ED2E7-4999-51A3-A61C-A3D4783B8236}" dt="2026-07-07T02:22:52.433" v="22150" actId="2711"/>
      <pc:docMkLst>
        <pc:docMk/>
      </pc:docMkLst>
      <pc:sldChg chg="delSp modSp mod">
        <pc:chgData name="KUTOSE Taichi" userId="58e504e7-569d-4fea-aa4c-99b0f3e8e636" providerId="ADAL" clId="{238ED2E7-4999-51A3-A61C-A3D4783B8236}" dt="2026-06-26T07:16:41.292" v="17661" actId="20577"/>
        <pc:sldMkLst>
          <pc:docMk/>
          <pc:sldMk cId="1807634695" sldId="272"/>
        </pc:sldMkLst>
        <pc:spChg chg="mod">
          <ac:chgData name="KUTOSE Taichi" userId="58e504e7-569d-4fea-aa4c-99b0f3e8e636" providerId="ADAL" clId="{238ED2E7-4999-51A3-A61C-A3D4783B8236}" dt="2026-06-26T07:10:26.918" v="17637" actId="20577"/>
          <ac:spMkLst>
            <pc:docMk/>
            <pc:sldMk cId="1807634695" sldId="272"/>
            <ac:spMk id="2" creationId="{D4958FE0-5A90-13DB-ED1E-7B1473EAD44B}"/>
          </ac:spMkLst>
        </pc:spChg>
        <pc:spChg chg="mod">
          <ac:chgData name="KUTOSE Taichi" userId="58e504e7-569d-4fea-aa4c-99b0f3e8e636" providerId="ADAL" clId="{238ED2E7-4999-51A3-A61C-A3D4783B8236}" dt="2026-06-26T07:16:41.292" v="17661" actId="20577"/>
          <ac:spMkLst>
            <pc:docMk/>
            <pc:sldMk cId="1807634695" sldId="272"/>
            <ac:spMk id="3" creationId="{68B2C187-8EAE-7808-65A7-6C6D5AB3291D}"/>
          </ac:spMkLst>
        </pc:spChg>
      </pc:sldChg>
      <pc:sldChg chg="addSp delSp modSp mod">
        <pc:chgData name="KUTOSE Taichi" userId="58e504e7-569d-4fea-aa4c-99b0f3e8e636" providerId="ADAL" clId="{238ED2E7-4999-51A3-A61C-A3D4783B8236}" dt="2026-06-26T12:02:07.869" v="19667" actId="20577"/>
        <pc:sldMkLst>
          <pc:docMk/>
          <pc:sldMk cId="1127452436" sldId="301"/>
        </pc:sldMkLst>
        <pc:spChg chg="mod">
          <ac:chgData name="KUTOSE Taichi" userId="58e504e7-569d-4fea-aa4c-99b0f3e8e636" providerId="ADAL" clId="{238ED2E7-4999-51A3-A61C-A3D4783B8236}" dt="2026-06-23T06:41:33.188" v="147" actId="2711"/>
          <ac:spMkLst>
            <pc:docMk/>
            <pc:sldMk cId="1127452436" sldId="301"/>
            <ac:spMk id="2" creationId="{AF2538F7-DE78-B16E-14FA-492318A57F04}"/>
          </ac:spMkLst>
        </pc:spChg>
        <pc:spChg chg="mod">
          <ac:chgData name="KUTOSE Taichi" userId="58e504e7-569d-4fea-aa4c-99b0f3e8e636" providerId="ADAL" clId="{238ED2E7-4999-51A3-A61C-A3D4783B8236}" dt="2026-06-26T08:45:26.006" v="18627" actId="20577"/>
          <ac:spMkLst>
            <pc:docMk/>
            <pc:sldMk cId="1127452436" sldId="301"/>
            <ac:spMk id="3" creationId="{1504D721-700A-5982-0C9C-7D974DC6CAC5}"/>
          </ac:spMkLst>
        </pc:spChg>
        <pc:spChg chg="add mod">
          <ac:chgData name="KUTOSE Taichi" userId="58e504e7-569d-4fea-aa4c-99b0f3e8e636" providerId="ADAL" clId="{238ED2E7-4999-51A3-A61C-A3D4783B8236}" dt="2026-06-26T12:02:07.869" v="19667" actId="20577"/>
          <ac:spMkLst>
            <pc:docMk/>
            <pc:sldMk cId="1127452436" sldId="301"/>
            <ac:spMk id="8" creationId="{D78859B8-831B-6A78-D498-8F72F4508D42}"/>
          </ac:spMkLst>
        </pc:spChg>
        <pc:spChg chg="add mod">
          <ac:chgData name="KUTOSE Taichi" userId="58e504e7-569d-4fea-aa4c-99b0f3e8e636" providerId="ADAL" clId="{238ED2E7-4999-51A3-A61C-A3D4783B8236}" dt="2026-06-26T12:02:04.680" v="19666" actId="20577"/>
          <ac:spMkLst>
            <pc:docMk/>
            <pc:sldMk cId="1127452436" sldId="301"/>
            <ac:spMk id="16" creationId="{70A85F7A-7CE4-5852-D625-15A2FD56CA1A}"/>
          </ac:spMkLst>
        </pc:spChg>
        <pc:spChg chg="add mod">
          <ac:chgData name="KUTOSE Taichi" userId="58e504e7-569d-4fea-aa4c-99b0f3e8e636" providerId="ADAL" clId="{238ED2E7-4999-51A3-A61C-A3D4783B8236}" dt="2026-06-23T07:41:36.884" v="1914" actId="1076"/>
          <ac:spMkLst>
            <pc:docMk/>
            <pc:sldMk cId="1127452436" sldId="301"/>
            <ac:spMk id="17" creationId="{7B5ADA2E-FAEE-CC4B-BFAD-AC5825AA6826}"/>
          </ac:spMkLst>
        </pc:spChg>
        <pc:picChg chg="add mod">
          <ac:chgData name="KUTOSE Taichi" userId="58e504e7-569d-4fea-aa4c-99b0f3e8e636" providerId="ADAL" clId="{238ED2E7-4999-51A3-A61C-A3D4783B8236}" dt="2026-06-23T07:34:01.619" v="1848" actId="1076"/>
          <ac:picMkLst>
            <pc:docMk/>
            <pc:sldMk cId="1127452436" sldId="301"/>
            <ac:picMk id="5" creationId="{67BF31F3-CFA9-E5C8-DD0A-CE653C06CBC6}"/>
          </ac:picMkLst>
        </pc:picChg>
        <pc:picChg chg="add mod">
          <ac:chgData name="KUTOSE Taichi" userId="58e504e7-569d-4fea-aa4c-99b0f3e8e636" providerId="ADAL" clId="{238ED2E7-4999-51A3-A61C-A3D4783B8236}" dt="2026-06-23T07:47:02.401" v="1959" actId="1076"/>
          <ac:picMkLst>
            <pc:docMk/>
            <pc:sldMk cId="1127452436" sldId="301"/>
            <ac:picMk id="19" creationId="{855CB763-B95B-AC3E-E30A-F4A27D072806}"/>
          </ac:picMkLst>
        </pc:picChg>
        <pc:picChg chg="add mod">
          <ac:chgData name="KUTOSE Taichi" userId="58e504e7-569d-4fea-aa4c-99b0f3e8e636" providerId="ADAL" clId="{238ED2E7-4999-51A3-A61C-A3D4783B8236}" dt="2026-06-23T07:40:34.998" v="1904" actId="1076"/>
          <ac:picMkLst>
            <pc:docMk/>
            <pc:sldMk cId="1127452436" sldId="301"/>
            <ac:picMk id="21" creationId="{B2A285E5-FF5F-0A3C-D76E-69B867B75646}"/>
          </ac:picMkLst>
        </pc:picChg>
      </pc:sldChg>
      <pc:sldChg chg="addSp delSp modSp add mod">
        <pc:chgData name="KUTOSE Taichi" userId="58e504e7-569d-4fea-aa4c-99b0f3e8e636" providerId="ADAL" clId="{238ED2E7-4999-51A3-A61C-A3D4783B8236}" dt="2026-06-26T05:40:33.374" v="15967" actId="20577"/>
        <pc:sldMkLst>
          <pc:docMk/>
          <pc:sldMk cId="136741966" sldId="303"/>
        </pc:sldMkLst>
        <pc:spChg chg="mod">
          <ac:chgData name="KUTOSE Taichi" userId="58e504e7-569d-4fea-aa4c-99b0f3e8e636" providerId="ADAL" clId="{238ED2E7-4999-51A3-A61C-A3D4783B8236}" dt="2026-06-24T02:19:59.417" v="3573" actId="20577"/>
          <ac:spMkLst>
            <pc:docMk/>
            <pc:sldMk cId="136741966" sldId="303"/>
            <ac:spMk id="2" creationId="{E45EAEC5-FB25-898C-3B25-798E5825CF7D}"/>
          </ac:spMkLst>
        </pc:spChg>
        <pc:spChg chg="mod">
          <ac:chgData name="KUTOSE Taichi" userId="58e504e7-569d-4fea-aa4c-99b0f3e8e636" providerId="ADAL" clId="{238ED2E7-4999-51A3-A61C-A3D4783B8236}" dt="2026-06-23T08:01:26.028" v="2348" actId="20577"/>
          <ac:spMkLst>
            <pc:docMk/>
            <pc:sldMk cId="136741966" sldId="303"/>
            <ac:spMk id="3" creationId="{02F6A632-DFA6-88CD-C007-648A65E39A26}"/>
          </ac:spMkLst>
        </pc:spChg>
        <pc:spChg chg="mod">
          <ac:chgData name="KUTOSE Taichi" userId="58e504e7-569d-4fea-aa4c-99b0f3e8e636" providerId="ADAL" clId="{238ED2E7-4999-51A3-A61C-A3D4783B8236}" dt="2026-06-26T05:40:33.374" v="15967" actId="20577"/>
          <ac:spMkLst>
            <pc:docMk/>
            <pc:sldMk cId="136741966" sldId="303"/>
            <ac:spMk id="6" creationId="{902530C5-91FC-B89F-2169-4807AFA41F73}"/>
          </ac:spMkLst>
        </pc:spChg>
        <pc:spChg chg="mod">
          <ac:chgData name="KUTOSE Taichi" userId="58e504e7-569d-4fea-aa4c-99b0f3e8e636" providerId="ADAL" clId="{238ED2E7-4999-51A3-A61C-A3D4783B8236}" dt="2026-06-24T07:00:57.144" v="7903" actId="20577"/>
          <ac:spMkLst>
            <pc:docMk/>
            <pc:sldMk cId="136741966" sldId="303"/>
            <ac:spMk id="16" creationId="{DB8608C6-B21C-E8B3-D34F-B67CEFA9ECE0}"/>
          </ac:spMkLst>
        </pc:spChg>
      </pc:sldChg>
      <pc:sldChg chg="addSp delSp modSp add mod">
        <pc:chgData name="KUTOSE Taichi" userId="58e504e7-569d-4fea-aa4c-99b0f3e8e636" providerId="ADAL" clId="{238ED2E7-4999-51A3-A61C-A3D4783B8236}" dt="2026-06-26T05:54:42.128" v="16227"/>
        <pc:sldMkLst>
          <pc:docMk/>
          <pc:sldMk cId="1231443878" sldId="304"/>
        </pc:sldMkLst>
        <pc:spChg chg="mod">
          <ac:chgData name="KUTOSE Taichi" userId="58e504e7-569d-4fea-aa4c-99b0f3e8e636" providerId="ADAL" clId="{238ED2E7-4999-51A3-A61C-A3D4783B8236}" dt="2026-06-24T07:22:31.710" v="8097" actId="20577"/>
          <ac:spMkLst>
            <pc:docMk/>
            <pc:sldMk cId="1231443878" sldId="304"/>
            <ac:spMk id="2" creationId="{74443D29-7078-CF94-F1CF-D128348E701B}"/>
          </ac:spMkLst>
        </pc:spChg>
        <pc:spChg chg="mod">
          <ac:chgData name="KUTOSE Taichi" userId="58e504e7-569d-4fea-aa4c-99b0f3e8e636" providerId="ADAL" clId="{238ED2E7-4999-51A3-A61C-A3D4783B8236}" dt="2026-06-26T05:54:06.334" v="16226" actId="20577"/>
          <ac:spMkLst>
            <pc:docMk/>
            <pc:sldMk cId="1231443878" sldId="304"/>
            <ac:spMk id="3" creationId="{4C670E98-9E1B-D564-04DA-57E44E90F6EB}"/>
          </ac:spMkLst>
        </pc:spChg>
        <pc:spChg chg="mod">
          <ac:chgData name="KUTOSE Taichi" userId="58e504e7-569d-4fea-aa4c-99b0f3e8e636" providerId="ADAL" clId="{238ED2E7-4999-51A3-A61C-A3D4783B8236}" dt="2026-06-24T04:34:24.363" v="5821" actId="1076"/>
          <ac:spMkLst>
            <pc:docMk/>
            <pc:sldMk cId="1231443878" sldId="304"/>
            <ac:spMk id="5" creationId="{21E0A6FA-7813-DEC4-214D-B8E9210A8BB2}"/>
          </ac:spMkLst>
        </pc:spChg>
        <pc:spChg chg="mod">
          <ac:chgData name="KUTOSE Taichi" userId="58e504e7-569d-4fea-aa4c-99b0f3e8e636" providerId="ADAL" clId="{238ED2E7-4999-51A3-A61C-A3D4783B8236}" dt="2026-06-24T04:34:24.363" v="5821" actId="1076"/>
          <ac:spMkLst>
            <pc:docMk/>
            <pc:sldMk cId="1231443878" sldId="304"/>
            <ac:spMk id="6" creationId="{D1DE1544-2ECE-573F-8545-80C0A1DEF069}"/>
          </ac:spMkLst>
        </pc:spChg>
        <pc:spChg chg="add mod">
          <ac:chgData name="KUTOSE Taichi" userId="58e504e7-569d-4fea-aa4c-99b0f3e8e636" providerId="ADAL" clId="{238ED2E7-4999-51A3-A61C-A3D4783B8236}" dt="2026-06-24T07:10:43.326" v="8080" actId="1035"/>
          <ac:spMkLst>
            <pc:docMk/>
            <pc:sldMk cId="1231443878" sldId="304"/>
            <ac:spMk id="7" creationId="{A8A77BC8-8371-8328-B93D-F140DA24F5D6}"/>
          </ac:spMkLst>
        </pc:spChg>
        <pc:spChg chg="add mod">
          <ac:chgData name="KUTOSE Taichi" userId="58e504e7-569d-4fea-aa4c-99b0f3e8e636" providerId="ADAL" clId="{238ED2E7-4999-51A3-A61C-A3D4783B8236}" dt="2026-06-26T05:42:57.566" v="16059" actId="1076"/>
          <ac:spMkLst>
            <pc:docMk/>
            <pc:sldMk cId="1231443878" sldId="304"/>
            <ac:spMk id="8" creationId="{92977F5D-0009-B878-8DD9-45C33150BF68}"/>
          </ac:spMkLst>
        </pc:spChg>
        <pc:spChg chg="add mod">
          <ac:chgData name="KUTOSE Taichi" userId="58e504e7-569d-4fea-aa4c-99b0f3e8e636" providerId="ADAL" clId="{238ED2E7-4999-51A3-A61C-A3D4783B8236}" dt="2026-06-24T07:10:43.326" v="8080" actId="1035"/>
          <ac:spMkLst>
            <pc:docMk/>
            <pc:sldMk cId="1231443878" sldId="304"/>
            <ac:spMk id="9" creationId="{92A3B65D-0AA5-6120-B665-381834912870}"/>
          </ac:spMkLst>
        </pc:spChg>
        <pc:spChg chg="add mod">
          <ac:chgData name="KUTOSE Taichi" userId="58e504e7-569d-4fea-aa4c-99b0f3e8e636" providerId="ADAL" clId="{238ED2E7-4999-51A3-A61C-A3D4783B8236}" dt="2026-06-24T07:10:37.624" v="8078" actId="14100"/>
          <ac:spMkLst>
            <pc:docMk/>
            <pc:sldMk cId="1231443878" sldId="304"/>
            <ac:spMk id="13" creationId="{C53BD8BC-3B38-EB82-2FD0-8769B421E33D}"/>
          </ac:spMkLst>
        </pc:spChg>
        <pc:spChg chg="add mod">
          <ac:chgData name="KUTOSE Taichi" userId="58e504e7-569d-4fea-aa4c-99b0f3e8e636" providerId="ADAL" clId="{238ED2E7-4999-51A3-A61C-A3D4783B8236}" dt="2026-06-24T07:10:25.881" v="8077" actId="1035"/>
          <ac:spMkLst>
            <pc:docMk/>
            <pc:sldMk cId="1231443878" sldId="304"/>
            <ac:spMk id="15" creationId="{B378E55D-1806-3C77-4D5D-5EEF8A776FA1}"/>
          </ac:spMkLst>
        </pc:spChg>
        <pc:spChg chg="add mod">
          <ac:chgData name="KUTOSE Taichi" userId="58e504e7-569d-4fea-aa4c-99b0f3e8e636" providerId="ADAL" clId="{238ED2E7-4999-51A3-A61C-A3D4783B8236}" dt="2026-06-24T04:32:09.324" v="5571" actId="20577"/>
          <ac:spMkLst>
            <pc:docMk/>
            <pc:sldMk cId="1231443878" sldId="304"/>
            <ac:spMk id="17" creationId="{F21DCD9C-EF70-B264-2FE9-702E58BF7504}"/>
          </ac:spMkLst>
        </pc:spChg>
        <pc:spChg chg="add mod">
          <ac:chgData name="KUTOSE Taichi" userId="58e504e7-569d-4fea-aa4c-99b0f3e8e636" providerId="ADAL" clId="{238ED2E7-4999-51A3-A61C-A3D4783B8236}" dt="2026-06-24T04:34:17.965" v="5820" actId="14100"/>
          <ac:spMkLst>
            <pc:docMk/>
            <pc:sldMk cId="1231443878" sldId="304"/>
            <ac:spMk id="18" creationId="{93654107-9832-C96B-67C4-6D192DF0780C}"/>
          </ac:spMkLst>
        </pc:spChg>
        <pc:spChg chg="add mod">
          <ac:chgData name="KUTOSE Taichi" userId="58e504e7-569d-4fea-aa4c-99b0f3e8e636" providerId="ADAL" clId="{238ED2E7-4999-51A3-A61C-A3D4783B8236}" dt="2026-06-24T06:48:44.394" v="7652" actId="20577"/>
          <ac:spMkLst>
            <pc:docMk/>
            <pc:sldMk cId="1231443878" sldId="304"/>
            <ac:spMk id="19" creationId="{9B1C5EB5-42E5-7C61-E67B-FE6808D9AE0B}"/>
          </ac:spMkLst>
        </pc:spChg>
        <pc:spChg chg="add mod">
          <ac:chgData name="KUTOSE Taichi" userId="58e504e7-569d-4fea-aa4c-99b0f3e8e636" providerId="ADAL" clId="{238ED2E7-4999-51A3-A61C-A3D4783B8236}" dt="2026-06-24T06:55:59.176" v="7864" actId="20577"/>
          <ac:spMkLst>
            <pc:docMk/>
            <pc:sldMk cId="1231443878" sldId="304"/>
            <ac:spMk id="20" creationId="{AB828105-C2D3-C526-E298-6B84E6C5B7FF}"/>
          </ac:spMkLst>
        </pc:spChg>
        <pc:spChg chg="add mod">
          <ac:chgData name="KUTOSE Taichi" userId="58e504e7-569d-4fea-aa4c-99b0f3e8e636" providerId="ADAL" clId="{238ED2E7-4999-51A3-A61C-A3D4783B8236}" dt="2026-06-24T07:37:49.570" v="8464" actId="1076"/>
          <ac:spMkLst>
            <pc:docMk/>
            <pc:sldMk cId="1231443878" sldId="304"/>
            <ac:spMk id="21" creationId="{0B46FC56-2C20-EA89-C8FF-8FF9FD29598C}"/>
          </ac:spMkLst>
        </pc:spChg>
        <pc:picChg chg="mod">
          <ac:chgData name="KUTOSE Taichi" userId="58e504e7-569d-4fea-aa4c-99b0f3e8e636" providerId="ADAL" clId="{238ED2E7-4999-51A3-A61C-A3D4783B8236}" dt="2026-06-24T09:39:54.714" v="10888" actId="1076"/>
          <ac:picMkLst>
            <pc:docMk/>
            <pc:sldMk cId="1231443878" sldId="304"/>
            <ac:picMk id="10" creationId="{6ADA5841-AE83-AD0D-7058-0A73E9F61527}"/>
          </ac:picMkLst>
        </pc:picChg>
      </pc:sldChg>
      <pc:sldChg chg="addSp delSp modSp add mod">
        <pc:chgData name="KUTOSE Taichi" userId="58e504e7-569d-4fea-aa4c-99b0f3e8e636" providerId="ADAL" clId="{238ED2E7-4999-51A3-A61C-A3D4783B8236}" dt="2026-06-26T12:08:11.731" v="19719" actId="20577"/>
        <pc:sldMkLst>
          <pc:docMk/>
          <pc:sldMk cId="4051765843" sldId="305"/>
        </pc:sldMkLst>
        <pc:spChg chg="mod">
          <ac:chgData name="KUTOSE Taichi" userId="58e504e7-569d-4fea-aa4c-99b0f3e8e636" providerId="ADAL" clId="{238ED2E7-4999-51A3-A61C-A3D4783B8236}" dt="2026-06-24T12:24:42.472" v="15845" actId="20577"/>
          <ac:spMkLst>
            <pc:docMk/>
            <pc:sldMk cId="4051765843" sldId="305"/>
            <ac:spMk id="2" creationId="{C6CD702F-6B84-647E-D91A-0D151136AC21}"/>
          </ac:spMkLst>
        </pc:spChg>
        <pc:spChg chg="add del mod">
          <ac:chgData name="KUTOSE Taichi" userId="58e504e7-569d-4fea-aa4c-99b0f3e8e636" providerId="ADAL" clId="{238ED2E7-4999-51A3-A61C-A3D4783B8236}" dt="2026-06-26T12:08:11.731" v="19719" actId="20577"/>
          <ac:spMkLst>
            <pc:docMk/>
            <pc:sldMk cId="4051765843" sldId="305"/>
            <ac:spMk id="3" creationId="{C99417F3-22D8-99A0-DC56-3D4D22980599}"/>
          </ac:spMkLst>
        </pc:spChg>
        <pc:spChg chg="add mod">
          <ac:chgData name="KUTOSE Taichi" userId="58e504e7-569d-4fea-aa4c-99b0f3e8e636" providerId="ADAL" clId="{238ED2E7-4999-51A3-A61C-A3D4783B8236}" dt="2026-06-26T05:55:55.793" v="16312" actId="1076"/>
          <ac:spMkLst>
            <pc:docMk/>
            <pc:sldMk cId="4051765843" sldId="305"/>
            <ac:spMk id="5" creationId="{64CEE107-4FB2-C0F9-D18C-513C22756534}"/>
          </ac:spMkLst>
        </pc:spChg>
        <pc:spChg chg="add mod">
          <ac:chgData name="KUTOSE Taichi" userId="58e504e7-569d-4fea-aa4c-99b0f3e8e636" providerId="ADAL" clId="{238ED2E7-4999-51A3-A61C-A3D4783B8236}" dt="2026-06-26T12:05:22.514" v="19699" actId="167"/>
          <ac:spMkLst>
            <pc:docMk/>
            <pc:sldMk cId="4051765843" sldId="305"/>
            <ac:spMk id="9" creationId="{449E6422-B52B-9741-BEBC-E78ACFC3C01E}"/>
          </ac:spMkLst>
        </pc:spChg>
        <pc:spChg chg="add mod">
          <ac:chgData name="KUTOSE Taichi" userId="58e504e7-569d-4fea-aa4c-99b0f3e8e636" providerId="ADAL" clId="{238ED2E7-4999-51A3-A61C-A3D4783B8236}" dt="2026-06-26T12:05:22.514" v="19699" actId="167"/>
          <ac:spMkLst>
            <pc:docMk/>
            <pc:sldMk cId="4051765843" sldId="305"/>
            <ac:spMk id="10" creationId="{79A33519-EA63-C36C-6C46-AE5DADE584E5}"/>
          </ac:spMkLst>
        </pc:spChg>
        <pc:spChg chg="mod">
          <ac:chgData name="KUTOSE Taichi" userId="58e504e7-569d-4fea-aa4c-99b0f3e8e636" providerId="ADAL" clId="{238ED2E7-4999-51A3-A61C-A3D4783B8236}" dt="2026-06-24T09:56:51.889" v="11598" actId="14100"/>
          <ac:spMkLst>
            <pc:docMk/>
            <pc:sldMk cId="4051765843" sldId="305"/>
            <ac:spMk id="13" creationId="{85F39B89-7E01-225D-70E2-77D974BD7FEB}"/>
          </ac:spMkLst>
        </pc:spChg>
        <pc:spChg chg="mod">
          <ac:chgData name="KUTOSE Taichi" userId="58e504e7-569d-4fea-aa4c-99b0f3e8e636" providerId="ADAL" clId="{238ED2E7-4999-51A3-A61C-A3D4783B8236}" dt="2026-06-24T09:22:38.732" v="10644" actId="14100"/>
          <ac:spMkLst>
            <pc:docMk/>
            <pc:sldMk cId="4051765843" sldId="305"/>
            <ac:spMk id="15" creationId="{D503C81E-C329-3796-2AA0-E04555DBC830}"/>
          </ac:spMkLst>
        </pc:spChg>
        <pc:spChg chg="add mod">
          <ac:chgData name="KUTOSE Taichi" userId="58e504e7-569d-4fea-aa4c-99b0f3e8e636" providerId="ADAL" clId="{238ED2E7-4999-51A3-A61C-A3D4783B8236}" dt="2026-06-26T11:56:01.933" v="19612" actId="20577"/>
          <ac:spMkLst>
            <pc:docMk/>
            <pc:sldMk cId="4051765843" sldId="305"/>
            <ac:spMk id="19" creationId="{B33FEFFB-9386-DCB2-56D0-80FD0806016F}"/>
          </ac:spMkLst>
        </pc:spChg>
        <pc:spChg chg="add mod">
          <ac:chgData name="KUTOSE Taichi" userId="58e504e7-569d-4fea-aa4c-99b0f3e8e636" providerId="ADAL" clId="{238ED2E7-4999-51A3-A61C-A3D4783B8236}" dt="2026-06-24T10:00:39.025" v="11699" actId="1035"/>
          <ac:spMkLst>
            <pc:docMk/>
            <pc:sldMk cId="4051765843" sldId="305"/>
            <ac:spMk id="21" creationId="{7242B40F-102B-F6A0-0FE1-32BDFBFD1FE8}"/>
          </ac:spMkLst>
        </pc:spChg>
        <pc:spChg chg="add mod">
          <ac:chgData name="KUTOSE Taichi" userId="58e504e7-569d-4fea-aa4c-99b0f3e8e636" providerId="ADAL" clId="{238ED2E7-4999-51A3-A61C-A3D4783B8236}" dt="2026-06-24T10:00:39.025" v="11699" actId="1035"/>
          <ac:spMkLst>
            <pc:docMk/>
            <pc:sldMk cId="4051765843" sldId="305"/>
            <ac:spMk id="23" creationId="{CDB54495-7388-0DA8-E58C-835817555377}"/>
          </ac:spMkLst>
        </pc:spChg>
        <pc:spChg chg="add mod">
          <ac:chgData name="KUTOSE Taichi" userId="58e504e7-569d-4fea-aa4c-99b0f3e8e636" providerId="ADAL" clId="{238ED2E7-4999-51A3-A61C-A3D4783B8236}" dt="2026-06-24T10:00:39.025" v="11699" actId="1035"/>
          <ac:spMkLst>
            <pc:docMk/>
            <pc:sldMk cId="4051765843" sldId="305"/>
            <ac:spMk id="24" creationId="{4874EC96-A105-AB4C-F1DD-61303BC77498}"/>
          </ac:spMkLst>
        </pc:spChg>
      </pc:sldChg>
      <pc:sldChg chg="addSp delSp modSp add mod">
        <pc:chgData name="KUTOSE Taichi" userId="58e504e7-569d-4fea-aa4c-99b0f3e8e636" providerId="ADAL" clId="{238ED2E7-4999-51A3-A61C-A3D4783B8236}" dt="2026-06-24T06:39:43.308" v="7215" actId="1076"/>
        <pc:sldMkLst>
          <pc:docMk/>
          <pc:sldMk cId="976926452" sldId="306"/>
        </pc:sldMkLst>
        <pc:spChg chg="mod">
          <ac:chgData name="KUTOSE Taichi" userId="58e504e7-569d-4fea-aa4c-99b0f3e8e636" providerId="ADAL" clId="{238ED2E7-4999-51A3-A61C-A3D4783B8236}" dt="2026-06-24T05:03:21.066" v="6164" actId="20577"/>
          <ac:spMkLst>
            <pc:docMk/>
            <pc:sldMk cId="976926452" sldId="306"/>
            <ac:spMk id="2" creationId="{A5639B50-FCCC-C64F-D69F-A5B383B5074E}"/>
          </ac:spMkLst>
        </pc:spChg>
        <pc:spChg chg="add del mod">
          <ac:chgData name="KUTOSE Taichi" userId="58e504e7-569d-4fea-aa4c-99b0f3e8e636" providerId="ADAL" clId="{238ED2E7-4999-51A3-A61C-A3D4783B8236}" dt="2026-06-24T06:32:37.690" v="6981" actId="2711"/>
          <ac:spMkLst>
            <pc:docMk/>
            <pc:sldMk cId="976926452" sldId="306"/>
            <ac:spMk id="3" creationId="{B9170A57-4A11-6D15-03AC-A429008529D1}"/>
          </ac:spMkLst>
        </pc:spChg>
        <pc:spChg chg="add mod">
          <ac:chgData name="KUTOSE Taichi" userId="58e504e7-569d-4fea-aa4c-99b0f3e8e636" providerId="ADAL" clId="{238ED2E7-4999-51A3-A61C-A3D4783B8236}" dt="2026-06-24T06:39:43.308" v="7215" actId="1076"/>
          <ac:spMkLst>
            <pc:docMk/>
            <pc:sldMk cId="976926452" sldId="306"/>
            <ac:spMk id="20" creationId="{980FD8A5-600A-F2A3-D0D5-83263DA4C21F}"/>
          </ac:spMkLst>
        </pc:spChg>
        <pc:spChg chg="add mod">
          <ac:chgData name="KUTOSE Taichi" userId="58e504e7-569d-4fea-aa4c-99b0f3e8e636" providerId="ADAL" clId="{238ED2E7-4999-51A3-A61C-A3D4783B8236}" dt="2026-06-24T06:38:37.443" v="7211" actId="1076"/>
          <ac:spMkLst>
            <pc:docMk/>
            <pc:sldMk cId="976926452" sldId="306"/>
            <ac:spMk id="24" creationId="{534669ED-9833-264B-41B5-7186939BD900}"/>
          </ac:spMkLst>
        </pc:spChg>
        <pc:picChg chg="mod modCrop">
          <ac:chgData name="KUTOSE Taichi" userId="58e504e7-569d-4fea-aa4c-99b0f3e8e636" providerId="ADAL" clId="{238ED2E7-4999-51A3-A61C-A3D4783B8236}" dt="2026-06-24T06:39:43.308" v="7215" actId="1076"/>
          <ac:picMkLst>
            <pc:docMk/>
            <pc:sldMk cId="976926452" sldId="306"/>
            <ac:picMk id="6" creationId="{B5EE70BA-BEA4-14EB-2324-FC9B43217020}"/>
          </ac:picMkLst>
        </pc:picChg>
        <pc:picChg chg="mod modCrop">
          <ac:chgData name="KUTOSE Taichi" userId="58e504e7-569d-4fea-aa4c-99b0f3e8e636" providerId="ADAL" clId="{238ED2E7-4999-51A3-A61C-A3D4783B8236}" dt="2026-06-24T06:39:43.308" v="7215" actId="1076"/>
          <ac:picMkLst>
            <pc:docMk/>
            <pc:sldMk cId="976926452" sldId="306"/>
            <ac:picMk id="8" creationId="{A7B697D8-04C0-9DDA-C11F-85D10C2B25EE}"/>
          </ac:picMkLst>
        </pc:picChg>
        <pc:picChg chg="add mod modCrop">
          <ac:chgData name="KUTOSE Taichi" userId="58e504e7-569d-4fea-aa4c-99b0f3e8e636" providerId="ADAL" clId="{238ED2E7-4999-51A3-A61C-A3D4783B8236}" dt="2026-06-24T06:14:23.141" v="6848" actId="208"/>
          <ac:picMkLst>
            <pc:docMk/>
            <pc:sldMk cId="976926452" sldId="306"/>
            <ac:picMk id="13" creationId="{23BD56DE-CF52-5D6C-D9F6-62AA4AB4280B}"/>
          </ac:picMkLst>
        </pc:picChg>
        <pc:picChg chg="add mod">
          <ac:chgData name="KUTOSE Taichi" userId="58e504e7-569d-4fea-aa4c-99b0f3e8e636" providerId="ADAL" clId="{238ED2E7-4999-51A3-A61C-A3D4783B8236}" dt="2026-06-24T06:38:15.771" v="7209" actId="1076"/>
          <ac:picMkLst>
            <pc:docMk/>
            <pc:sldMk cId="976926452" sldId="306"/>
            <ac:picMk id="19" creationId="{B9564F3E-C927-B83B-15E5-A75FFFBFAC44}"/>
          </ac:picMkLst>
        </pc:picChg>
      </pc:sldChg>
      <pc:sldChg chg="addSp delSp modSp add mod">
        <pc:chgData name="KUTOSE Taichi" userId="58e504e7-569d-4fea-aa4c-99b0f3e8e636" providerId="ADAL" clId="{238ED2E7-4999-51A3-A61C-A3D4783B8236}" dt="2026-06-26T12:12:42.409" v="20057" actId="20577"/>
        <pc:sldMkLst>
          <pc:docMk/>
          <pc:sldMk cId="2961571033" sldId="308"/>
        </pc:sldMkLst>
        <pc:spChg chg="mod">
          <ac:chgData name="KUTOSE Taichi" userId="58e504e7-569d-4fea-aa4c-99b0f3e8e636" providerId="ADAL" clId="{238ED2E7-4999-51A3-A61C-A3D4783B8236}" dt="2026-06-26T08:46:06.335" v="18633" actId="20577"/>
          <ac:spMkLst>
            <pc:docMk/>
            <pc:sldMk cId="2961571033" sldId="308"/>
            <ac:spMk id="2" creationId="{CFBA80A4-AC53-0E74-7F84-91A162F780C4}"/>
          </ac:spMkLst>
        </pc:spChg>
        <pc:spChg chg="mod">
          <ac:chgData name="KUTOSE Taichi" userId="58e504e7-569d-4fea-aa4c-99b0f3e8e636" providerId="ADAL" clId="{238ED2E7-4999-51A3-A61C-A3D4783B8236}" dt="2026-06-26T12:08:05.679" v="19709" actId="20577"/>
          <ac:spMkLst>
            <pc:docMk/>
            <pc:sldMk cId="2961571033" sldId="308"/>
            <ac:spMk id="3" creationId="{8078FA9B-72CC-6422-35D9-AFFA5857531C}"/>
          </ac:spMkLst>
        </pc:spChg>
        <pc:spChg chg="add mod">
          <ac:chgData name="KUTOSE Taichi" userId="58e504e7-569d-4fea-aa4c-99b0f3e8e636" providerId="ADAL" clId="{238ED2E7-4999-51A3-A61C-A3D4783B8236}" dt="2026-06-26T07:38:37.651" v="17761"/>
          <ac:spMkLst>
            <pc:docMk/>
            <pc:sldMk cId="2961571033" sldId="308"/>
            <ac:spMk id="8" creationId="{DE165EE5-B4AD-93DE-2A83-1F1A9B906118}"/>
          </ac:spMkLst>
        </pc:spChg>
        <pc:spChg chg="add mod">
          <ac:chgData name="KUTOSE Taichi" userId="58e504e7-569d-4fea-aa4c-99b0f3e8e636" providerId="ADAL" clId="{238ED2E7-4999-51A3-A61C-A3D4783B8236}" dt="2026-06-26T12:10:00.289" v="19742" actId="20577"/>
          <ac:spMkLst>
            <pc:docMk/>
            <pc:sldMk cId="2961571033" sldId="308"/>
            <ac:spMk id="12" creationId="{E304314E-7BC3-F01C-C2CC-A64ABB59D1CC}"/>
          </ac:spMkLst>
        </pc:spChg>
        <pc:spChg chg="add mod">
          <ac:chgData name="KUTOSE Taichi" userId="58e504e7-569d-4fea-aa4c-99b0f3e8e636" providerId="ADAL" clId="{238ED2E7-4999-51A3-A61C-A3D4783B8236}" dt="2026-06-26T12:12:42.409" v="20057" actId="20577"/>
          <ac:spMkLst>
            <pc:docMk/>
            <pc:sldMk cId="2961571033" sldId="308"/>
            <ac:spMk id="14" creationId="{887D1D61-D894-1DE5-1EBF-C09D276D7DF8}"/>
          </ac:spMkLst>
        </pc:spChg>
        <pc:spChg chg="mod">
          <ac:chgData name="KUTOSE Taichi" userId="58e504e7-569d-4fea-aa4c-99b0f3e8e636" providerId="ADAL" clId="{238ED2E7-4999-51A3-A61C-A3D4783B8236}" dt="2026-06-26T11:55:56.398" v="19610" actId="20577"/>
          <ac:spMkLst>
            <pc:docMk/>
            <pc:sldMk cId="2961571033" sldId="308"/>
            <ac:spMk id="19" creationId="{723BC51B-6288-2381-BE22-BE75A2DD34AA}"/>
          </ac:spMkLst>
        </pc:spChg>
        <pc:spChg chg="mod">
          <ac:chgData name="KUTOSE Taichi" userId="58e504e7-569d-4fea-aa4c-99b0f3e8e636" providerId="ADAL" clId="{238ED2E7-4999-51A3-A61C-A3D4783B8236}" dt="2026-06-26T07:21:06.093" v="17714" actId="1036"/>
          <ac:spMkLst>
            <pc:docMk/>
            <pc:sldMk cId="2961571033" sldId="308"/>
            <ac:spMk id="20" creationId="{11F8119B-BD69-05A9-5C31-E7A91021B4B7}"/>
          </ac:spMkLst>
        </pc:spChg>
        <pc:spChg chg="mod">
          <ac:chgData name="KUTOSE Taichi" userId="58e504e7-569d-4fea-aa4c-99b0f3e8e636" providerId="ADAL" clId="{238ED2E7-4999-51A3-A61C-A3D4783B8236}" dt="2026-06-26T11:43:52.561" v="19189" actId="1035"/>
          <ac:spMkLst>
            <pc:docMk/>
            <pc:sldMk cId="2961571033" sldId="308"/>
            <ac:spMk id="21" creationId="{56708268-55B1-DCF8-C8AD-B45329F86B17}"/>
          </ac:spMkLst>
        </pc:spChg>
        <pc:spChg chg="mod">
          <ac:chgData name="KUTOSE Taichi" userId="58e504e7-569d-4fea-aa4c-99b0f3e8e636" providerId="ADAL" clId="{238ED2E7-4999-51A3-A61C-A3D4783B8236}" dt="2026-06-26T11:43:52.561" v="19189" actId="1035"/>
          <ac:spMkLst>
            <pc:docMk/>
            <pc:sldMk cId="2961571033" sldId="308"/>
            <ac:spMk id="22" creationId="{EFC504FD-9D97-D4C9-A3CC-42623776CB51}"/>
          </ac:spMkLst>
        </pc:spChg>
      </pc:sldChg>
      <pc:sldChg chg="modSp add mod">
        <pc:chgData name="KUTOSE Taichi" userId="58e504e7-569d-4fea-aa4c-99b0f3e8e636" providerId="ADAL" clId="{238ED2E7-4999-51A3-A61C-A3D4783B8236}" dt="2026-06-26T07:05:09.830" v="17519" actId="1076"/>
        <pc:sldMkLst>
          <pc:docMk/>
          <pc:sldMk cId="240483832" sldId="309"/>
        </pc:sldMkLst>
        <pc:spChg chg="mod">
          <ac:chgData name="KUTOSE Taichi" userId="58e504e7-569d-4fea-aa4c-99b0f3e8e636" providerId="ADAL" clId="{238ED2E7-4999-51A3-A61C-A3D4783B8236}" dt="2026-06-26T07:05:09.830" v="17519" actId="1076"/>
          <ac:spMkLst>
            <pc:docMk/>
            <pc:sldMk cId="240483832" sldId="309"/>
            <ac:spMk id="3" creationId="{33507DB3-58AA-FFF8-2064-299965E78459}"/>
          </ac:spMkLst>
        </pc:spChg>
      </pc:sldChg>
      <pc:sldChg chg="addSp delSp modSp mod">
        <pc:chgData name="KUTOSE Taichi" userId="58e504e7-569d-4fea-aa4c-99b0f3e8e636" providerId="ADAL" clId="{238ED2E7-4999-51A3-A61C-A3D4783B8236}" dt="2026-06-26T07:04:01.243" v="17513" actId="207"/>
        <pc:sldMkLst>
          <pc:docMk/>
          <pc:sldMk cId="2640782651" sldId="310"/>
        </pc:sldMkLst>
        <pc:spChg chg="add del mod">
          <ac:chgData name="KUTOSE Taichi" userId="58e504e7-569d-4fea-aa4c-99b0f3e8e636" providerId="ADAL" clId="{238ED2E7-4999-51A3-A61C-A3D4783B8236}" dt="2026-06-26T07:03:13.666" v="17503" actId="1076"/>
          <ac:spMkLst>
            <pc:docMk/>
            <pc:sldMk cId="2640782651" sldId="310"/>
            <ac:spMk id="3" creationId="{9A817E4F-2585-BF1C-6C1D-7242161533B0}"/>
          </ac:spMkLst>
        </pc:spChg>
        <pc:spChg chg="add mod">
          <ac:chgData name="KUTOSE Taichi" userId="58e504e7-569d-4fea-aa4c-99b0f3e8e636" providerId="ADAL" clId="{238ED2E7-4999-51A3-A61C-A3D4783B8236}" dt="2026-06-26T07:04:01.243" v="17513" actId="207"/>
          <ac:spMkLst>
            <pc:docMk/>
            <pc:sldMk cId="2640782651" sldId="310"/>
            <ac:spMk id="5" creationId="{A5A1462A-799B-46AE-8E46-BDA927AD59B7}"/>
          </ac:spMkLst>
        </pc:spChg>
        <pc:spChg chg="add mod">
          <ac:chgData name="KUTOSE Taichi" userId="58e504e7-569d-4fea-aa4c-99b0f3e8e636" providerId="ADAL" clId="{238ED2E7-4999-51A3-A61C-A3D4783B8236}" dt="2026-06-26T07:01:56.792" v="17501" actId="1076"/>
          <ac:spMkLst>
            <pc:docMk/>
            <pc:sldMk cId="2640782651" sldId="310"/>
            <ac:spMk id="8" creationId="{BEB71141-820F-19FA-0EA8-F981CB587A20}"/>
          </ac:spMkLst>
        </pc:spChg>
        <pc:spChg chg="add mod">
          <ac:chgData name="KUTOSE Taichi" userId="58e504e7-569d-4fea-aa4c-99b0f3e8e636" providerId="ADAL" clId="{238ED2E7-4999-51A3-A61C-A3D4783B8236}" dt="2026-06-26T07:01:48.453" v="17499" actId="1076"/>
          <ac:spMkLst>
            <pc:docMk/>
            <pc:sldMk cId="2640782651" sldId="310"/>
            <ac:spMk id="10" creationId="{FA4DCBE4-8CE3-A2BD-D572-1A7F17D01206}"/>
          </ac:spMkLst>
        </pc:spChg>
        <pc:spChg chg="add mod">
          <ac:chgData name="KUTOSE Taichi" userId="58e504e7-569d-4fea-aa4c-99b0f3e8e636" providerId="ADAL" clId="{238ED2E7-4999-51A3-A61C-A3D4783B8236}" dt="2026-06-26T07:01:39.414" v="17497" actId="1076"/>
          <ac:spMkLst>
            <pc:docMk/>
            <pc:sldMk cId="2640782651" sldId="310"/>
            <ac:spMk id="12" creationId="{F519BE7C-357C-B459-D465-7D8609006269}"/>
          </ac:spMkLst>
        </pc:spChg>
        <pc:picChg chg="mod modCrop">
          <ac:chgData name="KUTOSE Taichi" userId="58e504e7-569d-4fea-aa4c-99b0f3e8e636" providerId="ADAL" clId="{238ED2E7-4999-51A3-A61C-A3D4783B8236}" dt="2026-06-26T06:55:47.832" v="17171" actId="14100"/>
          <ac:picMkLst>
            <pc:docMk/>
            <pc:sldMk cId="2640782651" sldId="310"/>
            <ac:picMk id="7" creationId="{CD7F9A54-DC97-B207-FE61-EE7C265BBA4B}"/>
          </ac:picMkLst>
        </pc:picChg>
        <pc:picChg chg="mod">
          <ac:chgData name="KUTOSE Taichi" userId="58e504e7-569d-4fea-aa4c-99b0f3e8e636" providerId="ADAL" clId="{238ED2E7-4999-51A3-A61C-A3D4783B8236}" dt="2026-06-26T06:56:17.523" v="17180" actId="208"/>
          <ac:picMkLst>
            <pc:docMk/>
            <pc:sldMk cId="2640782651" sldId="310"/>
            <ac:picMk id="9" creationId="{ACE9D181-C9E5-6486-783F-4EB269F66E1E}"/>
          </ac:picMkLst>
        </pc:picChg>
        <pc:picChg chg="mod">
          <ac:chgData name="KUTOSE Taichi" userId="58e504e7-569d-4fea-aa4c-99b0f3e8e636" providerId="ADAL" clId="{238ED2E7-4999-51A3-A61C-A3D4783B8236}" dt="2026-06-26T06:56:21.723" v="17181" actId="1076"/>
          <ac:picMkLst>
            <pc:docMk/>
            <pc:sldMk cId="2640782651" sldId="310"/>
            <ac:picMk id="11" creationId="{7327DEBE-9EE5-F82A-52E5-E147AAACC1B0}"/>
          </ac:picMkLst>
        </pc:picChg>
      </pc:sldChg>
      <pc:sldChg chg="modSp add mod">
        <pc:chgData name="KUTOSE Taichi" userId="58e504e7-569d-4fea-aa4c-99b0f3e8e636" providerId="ADAL" clId="{238ED2E7-4999-51A3-A61C-A3D4783B8236}" dt="2026-06-26T07:05:56.986" v="17534" actId="20577"/>
        <pc:sldMkLst>
          <pc:docMk/>
          <pc:sldMk cId="3411800893" sldId="311"/>
        </pc:sldMkLst>
        <pc:spChg chg="mod">
          <ac:chgData name="KUTOSE Taichi" userId="58e504e7-569d-4fea-aa4c-99b0f3e8e636" providerId="ADAL" clId="{238ED2E7-4999-51A3-A61C-A3D4783B8236}" dt="2026-06-26T07:05:56.986" v="17534" actId="20577"/>
          <ac:spMkLst>
            <pc:docMk/>
            <pc:sldMk cId="3411800893" sldId="311"/>
            <ac:spMk id="3" creationId="{4926682F-8A27-84A1-50A4-C2437D3DD10A}"/>
          </ac:spMkLst>
        </pc:spChg>
      </pc:sldChg>
      <pc:sldChg chg="addSp delSp modSp add mod">
        <pc:chgData name="KUTOSE Taichi" userId="58e504e7-569d-4fea-aa4c-99b0f3e8e636" providerId="ADAL" clId="{238ED2E7-4999-51A3-A61C-A3D4783B8236}" dt="2026-06-26T12:13:35.467" v="20059" actId="14100"/>
        <pc:sldMkLst>
          <pc:docMk/>
          <pc:sldMk cId="1109617507" sldId="312"/>
        </pc:sldMkLst>
        <pc:spChg chg="mod">
          <ac:chgData name="KUTOSE Taichi" userId="58e504e7-569d-4fea-aa4c-99b0f3e8e636" providerId="ADAL" clId="{238ED2E7-4999-51A3-A61C-A3D4783B8236}" dt="2026-06-26T08:46:16.992" v="18639" actId="20577"/>
          <ac:spMkLst>
            <pc:docMk/>
            <pc:sldMk cId="1109617507" sldId="312"/>
            <ac:spMk id="2" creationId="{609677CA-1CE3-5DA8-2705-211316BA7016}"/>
          </ac:spMkLst>
        </pc:spChg>
        <pc:spChg chg="mod">
          <ac:chgData name="KUTOSE Taichi" userId="58e504e7-569d-4fea-aa4c-99b0f3e8e636" providerId="ADAL" clId="{238ED2E7-4999-51A3-A61C-A3D4783B8236}" dt="2026-06-24T12:18:51.871" v="15665" actId="20577"/>
          <ac:spMkLst>
            <pc:docMk/>
            <pc:sldMk cId="1109617507" sldId="312"/>
            <ac:spMk id="3" creationId="{60E13CB4-936A-6DD8-C0AC-A7DC0B60D34D}"/>
          </ac:spMkLst>
        </pc:spChg>
        <pc:spChg chg="add mod">
          <ac:chgData name="KUTOSE Taichi" userId="58e504e7-569d-4fea-aa4c-99b0f3e8e636" providerId="ADAL" clId="{238ED2E7-4999-51A3-A61C-A3D4783B8236}" dt="2026-06-24T12:20:26.788" v="15747" actId="20577"/>
          <ac:spMkLst>
            <pc:docMk/>
            <pc:sldMk cId="1109617507" sldId="312"/>
            <ac:spMk id="10" creationId="{32C66305-6E55-78E3-6F89-21B4A46932C3}"/>
          </ac:spMkLst>
        </pc:spChg>
        <pc:picChg chg="add mod modCrop">
          <ac:chgData name="KUTOSE Taichi" userId="58e504e7-569d-4fea-aa4c-99b0f3e8e636" providerId="ADAL" clId="{238ED2E7-4999-51A3-A61C-A3D4783B8236}" dt="2026-06-26T12:13:35.467" v="20059" actId="14100"/>
          <ac:picMkLst>
            <pc:docMk/>
            <pc:sldMk cId="1109617507" sldId="312"/>
            <ac:picMk id="9" creationId="{1CA8F066-BA37-83EE-13D0-FF204EC58FAA}"/>
          </ac:picMkLst>
        </pc:picChg>
        <pc:cxnChg chg="add mod">
          <ac:chgData name="KUTOSE Taichi" userId="58e504e7-569d-4fea-aa4c-99b0f3e8e636" providerId="ADAL" clId="{238ED2E7-4999-51A3-A61C-A3D4783B8236}" dt="2026-06-26T09:45:41.061" v="19155" actId="1582"/>
          <ac:cxnSpMkLst>
            <pc:docMk/>
            <pc:sldMk cId="1109617507" sldId="312"/>
            <ac:cxnSpMk id="6" creationId="{2DFD9026-D632-A646-9A84-E6A9F731C328}"/>
          </ac:cxnSpMkLst>
        </pc:cxnChg>
        <pc:cxnChg chg="add mod">
          <ac:chgData name="KUTOSE Taichi" userId="58e504e7-569d-4fea-aa4c-99b0f3e8e636" providerId="ADAL" clId="{238ED2E7-4999-51A3-A61C-A3D4783B8236}" dt="2026-06-26T09:45:47.024" v="19156" actId="1582"/>
          <ac:cxnSpMkLst>
            <pc:docMk/>
            <pc:sldMk cId="1109617507" sldId="312"/>
            <ac:cxnSpMk id="7" creationId="{1B2042D9-EE9E-3A06-27EA-1F656A690C95}"/>
          </ac:cxnSpMkLst>
        </pc:cxnChg>
      </pc:sldChg>
      <pc:sldChg chg="addSp delSp modSp add mod">
        <pc:chgData name="KUTOSE Taichi" userId="58e504e7-569d-4fea-aa4c-99b0f3e8e636" providerId="ADAL" clId="{238ED2E7-4999-51A3-A61C-A3D4783B8236}" dt="2026-06-26T09:46:31.681" v="19157" actId="20577"/>
        <pc:sldMkLst>
          <pc:docMk/>
          <pc:sldMk cId="2505701935" sldId="313"/>
        </pc:sldMkLst>
        <pc:spChg chg="mod">
          <ac:chgData name="KUTOSE Taichi" userId="58e504e7-569d-4fea-aa4c-99b0f3e8e636" providerId="ADAL" clId="{238ED2E7-4999-51A3-A61C-A3D4783B8236}" dt="2026-06-26T08:46:23.192" v="18645" actId="20577"/>
          <ac:spMkLst>
            <pc:docMk/>
            <pc:sldMk cId="2505701935" sldId="313"/>
            <ac:spMk id="2" creationId="{85C90900-4D90-AF58-D0B4-327B5A32C6E8}"/>
          </ac:spMkLst>
        </pc:spChg>
        <pc:spChg chg="mod">
          <ac:chgData name="KUTOSE Taichi" userId="58e504e7-569d-4fea-aa4c-99b0f3e8e636" providerId="ADAL" clId="{238ED2E7-4999-51A3-A61C-A3D4783B8236}" dt="2026-06-26T07:07:46.222" v="17601" actId="20577"/>
          <ac:spMkLst>
            <pc:docMk/>
            <pc:sldMk cId="2505701935" sldId="313"/>
            <ac:spMk id="3" creationId="{12094BE7-A448-0E5F-DEEE-FDB31C789E5F}"/>
          </ac:spMkLst>
        </pc:spChg>
        <pc:spChg chg="add mod">
          <ac:chgData name="KUTOSE Taichi" userId="58e504e7-569d-4fea-aa4c-99b0f3e8e636" providerId="ADAL" clId="{238ED2E7-4999-51A3-A61C-A3D4783B8236}" dt="2026-06-26T09:46:31.681" v="19157" actId="20577"/>
          <ac:spMkLst>
            <pc:docMk/>
            <pc:sldMk cId="2505701935" sldId="313"/>
            <ac:spMk id="6" creationId="{76586619-22A3-F06C-387C-FA9C9CCAAD20}"/>
          </ac:spMkLst>
        </pc:spChg>
        <pc:spChg chg="add mod">
          <ac:chgData name="KUTOSE Taichi" userId="58e504e7-569d-4fea-aa4c-99b0f3e8e636" providerId="ADAL" clId="{238ED2E7-4999-51A3-A61C-A3D4783B8236}" dt="2026-06-24T12:05:57.687" v="15297" actId="20577"/>
          <ac:spMkLst>
            <pc:docMk/>
            <pc:sldMk cId="2505701935" sldId="313"/>
            <ac:spMk id="12" creationId="{0FE2A22F-3EA0-A1E2-1382-C8A012395FF2}"/>
          </ac:spMkLst>
        </pc:spChg>
        <pc:spChg chg="add mod">
          <ac:chgData name="KUTOSE Taichi" userId="58e504e7-569d-4fea-aa4c-99b0f3e8e636" providerId="ADAL" clId="{238ED2E7-4999-51A3-A61C-A3D4783B8236}" dt="2026-06-24T11:48:11.991" v="14478" actId="208"/>
          <ac:spMkLst>
            <pc:docMk/>
            <pc:sldMk cId="2505701935" sldId="313"/>
            <ac:spMk id="13" creationId="{AB799835-98DC-FFC2-9A49-C3F3E9F01A2F}"/>
          </ac:spMkLst>
        </pc:spChg>
        <pc:spChg chg="add mod">
          <ac:chgData name="KUTOSE Taichi" userId="58e504e7-569d-4fea-aa4c-99b0f3e8e636" providerId="ADAL" clId="{238ED2E7-4999-51A3-A61C-A3D4783B8236}" dt="2026-06-24T11:48:56.959" v="14501" actId="113"/>
          <ac:spMkLst>
            <pc:docMk/>
            <pc:sldMk cId="2505701935" sldId="313"/>
            <ac:spMk id="14" creationId="{AF26F637-B0DE-6E79-2F53-121A546BD5BB}"/>
          </ac:spMkLst>
        </pc:spChg>
        <pc:picChg chg="mod">
          <ac:chgData name="KUTOSE Taichi" userId="58e504e7-569d-4fea-aa4c-99b0f3e8e636" providerId="ADAL" clId="{238ED2E7-4999-51A3-A61C-A3D4783B8236}" dt="2026-06-24T11:36:36.118" v="14012" actId="14100"/>
          <ac:picMkLst>
            <pc:docMk/>
            <pc:sldMk cId="2505701935" sldId="313"/>
            <ac:picMk id="7" creationId="{3B5C954A-5AA7-AE25-8344-9CC399A52130}"/>
          </ac:picMkLst>
        </pc:picChg>
        <pc:picChg chg="mod">
          <ac:chgData name="KUTOSE Taichi" userId="58e504e7-569d-4fea-aa4c-99b0f3e8e636" providerId="ADAL" clId="{238ED2E7-4999-51A3-A61C-A3D4783B8236}" dt="2026-06-24T11:40:05.754" v="14028" actId="1036"/>
          <ac:picMkLst>
            <pc:docMk/>
            <pc:sldMk cId="2505701935" sldId="313"/>
            <ac:picMk id="9" creationId="{C4C91B40-84F0-CB8D-53AD-2C728EAAB4E4}"/>
          </ac:picMkLst>
        </pc:picChg>
        <pc:picChg chg="mod">
          <ac:chgData name="KUTOSE Taichi" userId="58e504e7-569d-4fea-aa4c-99b0f3e8e636" providerId="ADAL" clId="{238ED2E7-4999-51A3-A61C-A3D4783B8236}" dt="2026-06-24T11:42:28.892" v="14034" actId="1076"/>
          <ac:picMkLst>
            <pc:docMk/>
            <pc:sldMk cId="2505701935" sldId="313"/>
            <ac:picMk id="11" creationId="{D22CA176-C6CB-150B-8637-70E65A54EF81}"/>
          </ac:picMkLst>
        </pc:picChg>
      </pc:sldChg>
      <pc:sldChg chg="modSp add mod">
        <pc:chgData name="KUTOSE Taichi" userId="58e504e7-569d-4fea-aa4c-99b0f3e8e636" providerId="ADAL" clId="{238ED2E7-4999-51A3-A61C-A3D4783B8236}" dt="2026-06-26T07:04:34.670" v="17516" actId="1076"/>
        <pc:sldMkLst>
          <pc:docMk/>
          <pc:sldMk cId="1435660968" sldId="315"/>
        </pc:sldMkLst>
        <pc:spChg chg="mod">
          <ac:chgData name="KUTOSE Taichi" userId="58e504e7-569d-4fea-aa4c-99b0f3e8e636" providerId="ADAL" clId="{238ED2E7-4999-51A3-A61C-A3D4783B8236}" dt="2026-06-26T07:04:30.814" v="17515" actId="1076"/>
          <ac:spMkLst>
            <pc:docMk/>
            <pc:sldMk cId="1435660968" sldId="315"/>
            <ac:spMk id="3" creationId="{7BFA2277-52DD-F18F-817B-9583141E7651}"/>
          </ac:spMkLst>
        </pc:spChg>
        <pc:picChg chg="mod">
          <ac:chgData name="KUTOSE Taichi" userId="58e504e7-569d-4fea-aa4c-99b0f3e8e636" providerId="ADAL" clId="{238ED2E7-4999-51A3-A61C-A3D4783B8236}" dt="2026-06-26T07:04:34.670" v="17516" actId="1076"/>
          <ac:picMkLst>
            <pc:docMk/>
            <pc:sldMk cId="1435660968" sldId="315"/>
            <ac:picMk id="6" creationId="{8CA8D496-0971-DDA2-FC02-86FC6A5C8D89}"/>
          </ac:picMkLst>
        </pc:picChg>
      </pc:sldChg>
      <pc:sldChg chg="addSp delSp modSp add mod ord">
        <pc:chgData name="KUTOSE Taichi" userId="58e504e7-569d-4fea-aa4c-99b0f3e8e636" providerId="ADAL" clId="{238ED2E7-4999-51A3-A61C-A3D4783B8236}" dt="2026-07-07T02:22:52.433" v="22150" actId="2711"/>
        <pc:sldMkLst>
          <pc:docMk/>
          <pc:sldMk cId="2103697780" sldId="316"/>
        </pc:sldMkLst>
        <pc:spChg chg="mod">
          <ac:chgData name="KUTOSE Taichi" userId="58e504e7-569d-4fea-aa4c-99b0f3e8e636" providerId="ADAL" clId="{238ED2E7-4999-51A3-A61C-A3D4783B8236}" dt="2026-07-07T02:05:55.334" v="21987" actId="20577"/>
          <ac:spMkLst>
            <pc:docMk/>
            <pc:sldMk cId="2103697780" sldId="316"/>
            <ac:spMk id="2" creationId="{A54466E9-A763-6855-740A-C1A6DCAD75AC}"/>
          </ac:spMkLst>
        </pc:spChg>
        <pc:spChg chg="mod">
          <ac:chgData name="KUTOSE Taichi" userId="58e504e7-569d-4fea-aa4c-99b0f3e8e636" providerId="ADAL" clId="{238ED2E7-4999-51A3-A61C-A3D4783B8236}" dt="2026-07-07T02:22:52.433" v="22150" actId="2711"/>
          <ac:spMkLst>
            <pc:docMk/>
            <pc:sldMk cId="2103697780" sldId="316"/>
            <ac:spMk id="3" creationId="{46D6157A-E594-B8C0-059B-B00B94E57F5C}"/>
          </ac:spMkLst>
        </pc:spChg>
        <pc:spChg chg="mod">
          <ac:chgData name="KUTOSE Taichi" userId="58e504e7-569d-4fea-aa4c-99b0f3e8e636" providerId="ADAL" clId="{238ED2E7-4999-51A3-A61C-A3D4783B8236}" dt="2026-07-07T02:08:39.752" v="21989" actId="207"/>
          <ac:spMkLst>
            <pc:docMk/>
            <pc:sldMk cId="2103697780" sldId="316"/>
            <ac:spMk id="5" creationId="{F1AAF44F-7792-71F9-11C3-A1DA405403B2}"/>
          </ac:spMkLst>
        </pc:spChg>
        <pc:spChg chg="mod">
          <ac:chgData name="KUTOSE Taichi" userId="58e504e7-569d-4fea-aa4c-99b0f3e8e636" providerId="ADAL" clId="{238ED2E7-4999-51A3-A61C-A3D4783B8236}" dt="2026-07-07T02:22:25.427" v="22137" actId="14100"/>
          <ac:spMkLst>
            <pc:docMk/>
            <pc:sldMk cId="2103697780" sldId="316"/>
            <ac:spMk id="6" creationId="{BE81E0AF-7EC4-E86D-B1E9-006C1F1D7596}"/>
          </ac:spMkLst>
        </pc:spChg>
        <pc:spChg chg="add mod">
          <ac:chgData name="KUTOSE Taichi" userId="58e504e7-569d-4fea-aa4c-99b0f3e8e636" providerId="ADAL" clId="{238ED2E7-4999-51A3-A61C-A3D4783B8236}" dt="2026-07-07T02:22:40.890" v="22149" actId="1036"/>
          <ac:spMkLst>
            <pc:docMk/>
            <pc:sldMk cId="2103697780" sldId="316"/>
            <ac:spMk id="7" creationId="{855B2D00-10C5-C80B-52A1-68530EEFB915}"/>
          </ac:spMkLst>
        </pc:spChg>
        <pc:spChg chg="add mod">
          <ac:chgData name="KUTOSE Taichi" userId="58e504e7-569d-4fea-aa4c-99b0f3e8e636" providerId="ADAL" clId="{238ED2E7-4999-51A3-A61C-A3D4783B8236}" dt="2026-07-07T01:57:19.736" v="21462" actId="20577"/>
          <ac:spMkLst>
            <pc:docMk/>
            <pc:sldMk cId="2103697780" sldId="316"/>
            <ac:spMk id="8" creationId="{D22660E1-4D44-82B9-C16C-9BCDB6C95D31}"/>
          </ac:spMkLst>
        </pc:spChg>
        <pc:spChg chg="add mod">
          <ac:chgData name="KUTOSE Taichi" userId="58e504e7-569d-4fea-aa4c-99b0f3e8e636" providerId="ADAL" clId="{238ED2E7-4999-51A3-A61C-A3D4783B8236}" dt="2026-07-07T02:00:30.828" v="21903" actId="20577"/>
          <ac:spMkLst>
            <pc:docMk/>
            <pc:sldMk cId="2103697780" sldId="316"/>
            <ac:spMk id="9" creationId="{97970B97-0D0F-3C1C-E4F8-BA2154EEE000}"/>
          </ac:spMkLst>
        </pc:spChg>
        <pc:spChg chg="add del mod">
          <ac:chgData name="KUTOSE Taichi" userId="58e504e7-569d-4fea-aa4c-99b0f3e8e636" providerId="ADAL" clId="{238ED2E7-4999-51A3-A61C-A3D4783B8236}" dt="2026-07-07T02:11:19.071" v="22009"/>
          <ac:spMkLst>
            <pc:docMk/>
            <pc:sldMk cId="2103697780" sldId="316"/>
            <ac:spMk id="10" creationId="{0610044F-6B51-49B4-336F-DF14C83190D6}"/>
          </ac:spMkLst>
        </pc:spChg>
        <pc:spChg chg="del">
          <ac:chgData name="KUTOSE Taichi" userId="58e504e7-569d-4fea-aa4c-99b0f3e8e636" providerId="ADAL" clId="{238ED2E7-4999-51A3-A61C-A3D4783B8236}" dt="2026-07-07T01:44:48.497" v="20644" actId="478"/>
          <ac:spMkLst>
            <pc:docMk/>
            <pc:sldMk cId="2103697780" sldId="316"/>
            <ac:spMk id="11" creationId="{7F9DD999-AC1C-FC10-9592-7EA149BA174C}"/>
          </ac:spMkLst>
        </pc:spChg>
        <pc:spChg chg="del mod">
          <ac:chgData name="KUTOSE Taichi" userId="58e504e7-569d-4fea-aa4c-99b0f3e8e636" providerId="ADAL" clId="{238ED2E7-4999-51A3-A61C-A3D4783B8236}" dt="2026-07-07T01:44:48.497" v="20644" actId="478"/>
          <ac:spMkLst>
            <pc:docMk/>
            <pc:sldMk cId="2103697780" sldId="316"/>
            <ac:spMk id="12" creationId="{C8F445CE-50BF-AAE3-8BE2-11005868EA2E}"/>
          </ac:spMkLst>
        </pc:spChg>
        <pc:spChg chg="del">
          <ac:chgData name="KUTOSE Taichi" userId="58e504e7-569d-4fea-aa4c-99b0f3e8e636" providerId="ADAL" clId="{238ED2E7-4999-51A3-A61C-A3D4783B8236}" dt="2026-07-07T01:44:48.497" v="20644" actId="478"/>
          <ac:spMkLst>
            <pc:docMk/>
            <pc:sldMk cId="2103697780" sldId="316"/>
            <ac:spMk id="13" creationId="{EA2B2473-31A4-CFB7-098B-D97850C7764D}"/>
          </ac:spMkLst>
        </pc:spChg>
      </pc:sldChg>
      <pc:sldChg chg="modSp add mod">
        <pc:chgData name="KUTOSE Taichi" userId="58e504e7-569d-4fea-aa4c-99b0f3e8e636" providerId="ADAL" clId="{238ED2E7-4999-51A3-A61C-A3D4783B8236}" dt="2026-06-26T11:32:23.867" v="19160" actId="13926"/>
        <pc:sldMkLst>
          <pc:docMk/>
          <pc:sldMk cId="1567917429" sldId="317"/>
        </pc:sldMkLst>
        <pc:spChg chg="mod">
          <ac:chgData name="KUTOSE Taichi" userId="58e504e7-569d-4fea-aa4c-99b0f3e8e636" providerId="ADAL" clId="{238ED2E7-4999-51A3-A61C-A3D4783B8236}" dt="2026-06-26T11:32:23.867" v="19160" actId="13926"/>
          <ac:spMkLst>
            <pc:docMk/>
            <pc:sldMk cId="1567917429" sldId="317"/>
            <ac:spMk id="3" creationId="{58635A95-69AB-E196-F769-53BC8F14D389}"/>
          </ac:spMkLst>
        </pc:spChg>
      </pc:sldChg>
      <pc:sldChg chg="addSp modSp mod">
        <pc:chgData name="KUTOSE Taichi" userId="58e504e7-569d-4fea-aa4c-99b0f3e8e636" providerId="ADAL" clId="{238ED2E7-4999-51A3-A61C-A3D4783B8236}" dt="2026-06-29T11:26:03.070" v="20572" actId="2711"/>
        <pc:sldMkLst>
          <pc:docMk/>
          <pc:sldMk cId="1734275377" sldId="319"/>
        </pc:sldMkLst>
        <pc:spChg chg="mod">
          <ac:chgData name="KUTOSE Taichi" userId="58e504e7-569d-4fea-aa4c-99b0f3e8e636" providerId="ADAL" clId="{238ED2E7-4999-51A3-A61C-A3D4783B8236}" dt="2026-06-29T11:26:03.070" v="20572" actId="2711"/>
          <ac:spMkLst>
            <pc:docMk/>
            <pc:sldMk cId="1734275377" sldId="319"/>
            <ac:spMk id="3" creationId="{7AC4E5B3-A062-89F6-A2DF-842019B0C24A}"/>
          </ac:spMkLst>
        </pc:spChg>
      </pc:sldChg>
    </pc:docChg>
  </pc:docChgLst>
  <pc:docChgLst>
    <pc:chgData name="KUTOSE Taichi" userId="58e504e7-569d-4fea-aa4c-99b0f3e8e636" providerId="ADAL" clId="{B5C5431C-BBA5-4CCB-92CE-653B9EDBE688}"/>
    <pc:docChg chg="undo custSel addSld delSld modSld">
      <pc:chgData name="KUTOSE Taichi" userId="58e504e7-569d-4fea-aa4c-99b0f3e8e636" providerId="ADAL" clId="{B5C5431C-BBA5-4CCB-92CE-653B9EDBE688}" dt="2026-07-07T00:55:00.615" v="1678" actId="20577"/>
      <pc:docMkLst>
        <pc:docMk/>
      </pc:docMkLst>
      <pc:sldChg chg="delSp modSp mod">
        <pc:chgData name="KUTOSE Taichi" userId="58e504e7-569d-4fea-aa4c-99b0f3e8e636" providerId="ADAL" clId="{B5C5431C-BBA5-4CCB-92CE-653B9EDBE688}" dt="2026-07-07T00:55:00.615" v="1678" actId="20577"/>
        <pc:sldMkLst>
          <pc:docMk/>
          <pc:sldMk cId="2103697780" sldId="316"/>
        </pc:sldMkLst>
        <pc:spChg chg="mod">
          <ac:chgData name="KUTOSE Taichi" userId="58e504e7-569d-4fea-aa4c-99b0f3e8e636" providerId="ADAL" clId="{B5C5431C-BBA5-4CCB-92CE-653B9EDBE688}" dt="2026-07-07T00:40:20.899" v="793" actId="1076"/>
          <ac:spMkLst>
            <pc:docMk/>
            <pc:sldMk cId="2103697780" sldId="316"/>
            <ac:spMk id="2" creationId="{A54466E9-A763-6855-740A-C1A6DCAD75AC}"/>
          </ac:spMkLst>
        </pc:spChg>
        <pc:spChg chg="mod">
          <ac:chgData name="KUTOSE Taichi" userId="58e504e7-569d-4fea-aa4c-99b0f3e8e636" providerId="ADAL" clId="{B5C5431C-BBA5-4CCB-92CE-653B9EDBE688}" dt="2026-07-07T00:47:37.630" v="1251" actId="1076"/>
          <ac:spMkLst>
            <pc:docMk/>
            <pc:sldMk cId="2103697780" sldId="316"/>
            <ac:spMk id="3" creationId="{46D6157A-E594-B8C0-059B-B00B94E57F5C}"/>
          </ac:spMkLst>
        </pc:spChg>
        <pc:spChg chg="mod">
          <ac:chgData name="KUTOSE Taichi" userId="58e504e7-569d-4fea-aa4c-99b0f3e8e636" providerId="ADAL" clId="{B5C5431C-BBA5-4CCB-92CE-653B9EDBE688}" dt="2026-07-07T00:42:28.628" v="945" actId="20577"/>
          <ac:spMkLst>
            <pc:docMk/>
            <pc:sldMk cId="2103697780" sldId="316"/>
            <ac:spMk id="5" creationId="{F1AAF44F-7792-71F9-11C3-A1DA405403B2}"/>
          </ac:spMkLst>
        </pc:spChg>
        <pc:spChg chg="mod">
          <ac:chgData name="KUTOSE Taichi" userId="58e504e7-569d-4fea-aa4c-99b0f3e8e636" providerId="ADAL" clId="{B5C5431C-BBA5-4CCB-92CE-653B9EDBE688}" dt="2026-07-07T00:55:00.615" v="1678" actId="20577"/>
          <ac:spMkLst>
            <pc:docMk/>
            <pc:sldMk cId="2103697780" sldId="316"/>
            <ac:spMk id="6" creationId="{BE81E0AF-7EC4-E86D-B1E9-006C1F1D7596}"/>
          </ac:spMkLst>
        </pc:spChg>
        <pc:spChg chg="del">
          <ac:chgData name="KUTOSE Taichi" userId="58e504e7-569d-4fea-aa4c-99b0f3e8e636" providerId="ADAL" clId="{B5C5431C-BBA5-4CCB-92CE-653B9EDBE688}" dt="2026-07-07T00:38:18.278" v="647" actId="478"/>
          <ac:spMkLst>
            <pc:docMk/>
            <pc:sldMk cId="2103697780" sldId="316"/>
            <ac:spMk id="7" creationId="{90A76955-8DFD-99C0-6AF7-9CF4821D0B97}"/>
          </ac:spMkLst>
        </pc:spChg>
        <pc:spChg chg="del">
          <ac:chgData name="KUTOSE Taichi" userId="58e504e7-569d-4fea-aa4c-99b0f3e8e636" providerId="ADAL" clId="{B5C5431C-BBA5-4CCB-92CE-653B9EDBE688}" dt="2026-07-07T00:38:16.547" v="646" actId="478"/>
          <ac:spMkLst>
            <pc:docMk/>
            <pc:sldMk cId="2103697780" sldId="316"/>
            <ac:spMk id="8" creationId="{E099A073-53E3-5B14-C7AF-BB23C7A3FC38}"/>
          </ac:spMkLst>
        </pc:spChg>
        <pc:spChg chg="del mod">
          <ac:chgData name="KUTOSE Taichi" userId="58e504e7-569d-4fea-aa4c-99b0f3e8e636" providerId="ADAL" clId="{B5C5431C-BBA5-4CCB-92CE-653B9EDBE688}" dt="2026-07-07T00:54:11.316" v="1662" actId="478"/>
          <ac:spMkLst>
            <pc:docMk/>
            <pc:sldMk cId="2103697780" sldId="316"/>
            <ac:spMk id="9" creationId="{C5EAAA05-4C8C-2DAC-CA4D-F7E5CBF7BCC8}"/>
          </ac:spMkLst>
        </pc:spChg>
        <pc:spChg chg="del">
          <ac:chgData name="KUTOSE Taichi" userId="58e504e7-569d-4fea-aa4c-99b0f3e8e636" providerId="ADAL" clId="{B5C5431C-BBA5-4CCB-92CE-653B9EDBE688}" dt="2026-07-07T00:54:18.449" v="1664" actId="478"/>
          <ac:spMkLst>
            <pc:docMk/>
            <pc:sldMk cId="2103697780" sldId="316"/>
            <ac:spMk id="10" creationId="{7F173DCB-4BA6-9035-067E-C141A54EA5F9}"/>
          </ac:spMkLst>
        </pc:spChg>
        <pc:spChg chg="mod">
          <ac:chgData name="KUTOSE Taichi" userId="58e504e7-569d-4fea-aa4c-99b0f3e8e636" providerId="ADAL" clId="{B5C5431C-BBA5-4CCB-92CE-653B9EDBE688}" dt="2026-07-07T00:38:37.843" v="651" actId="1076"/>
          <ac:spMkLst>
            <pc:docMk/>
            <pc:sldMk cId="2103697780" sldId="316"/>
            <ac:spMk id="12" creationId="{C8F445CE-50BF-AAE3-8BE2-11005868EA2E}"/>
          </ac:spMkLst>
        </pc:spChg>
      </pc:sldChg>
      <pc:sldChg chg="modSp mod">
        <pc:chgData name="KUTOSE Taichi" userId="58e504e7-569d-4fea-aa4c-99b0f3e8e636" providerId="ADAL" clId="{B5C5431C-BBA5-4CCB-92CE-653B9EDBE688}" dt="2026-07-02T12:34:37.662" v="60" actId="313"/>
        <pc:sldMkLst>
          <pc:docMk/>
          <pc:sldMk cId="3555630226" sldId="323"/>
        </pc:sldMkLst>
        <pc:spChg chg="mod">
          <ac:chgData name="KUTOSE Taichi" userId="58e504e7-569d-4fea-aa4c-99b0f3e8e636" providerId="ADAL" clId="{B5C5431C-BBA5-4CCB-92CE-653B9EDBE688}" dt="2026-07-02T12:34:37.662" v="60" actId="313"/>
          <ac:spMkLst>
            <pc:docMk/>
            <pc:sldMk cId="3555630226" sldId="323"/>
            <ac:spMk id="3" creationId="{7D30109C-F191-D0E2-849F-05C34D61D24D}"/>
          </ac:spMkLst>
        </pc:spChg>
      </pc:sldChg>
      <pc:sldChg chg="modSp mod">
        <pc:chgData name="KUTOSE Taichi" userId="58e504e7-569d-4fea-aa4c-99b0f3e8e636" providerId="ADAL" clId="{B5C5431C-BBA5-4CCB-92CE-653B9EDBE688}" dt="2026-07-02T12:52:35.498" v="480" actId="20577"/>
        <pc:sldMkLst>
          <pc:docMk/>
          <pc:sldMk cId="4202545096" sldId="324"/>
        </pc:sldMkLst>
        <pc:spChg chg="mod">
          <ac:chgData name="KUTOSE Taichi" userId="58e504e7-569d-4fea-aa4c-99b0f3e8e636" providerId="ADAL" clId="{B5C5431C-BBA5-4CCB-92CE-653B9EDBE688}" dt="2026-07-02T12:39:42.845" v="70" actId="20577"/>
          <ac:spMkLst>
            <pc:docMk/>
            <pc:sldMk cId="4202545096" sldId="324"/>
            <ac:spMk id="2" creationId="{F1A9623D-A8AB-E03F-A9FC-560CC3AA18EF}"/>
          </ac:spMkLst>
        </pc:spChg>
        <pc:spChg chg="mod">
          <ac:chgData name="KUTOSE Taichi" userId="58e504e7-569d-4fea-aa4c-99b0f3e8e636" providerId="ADAL" clId="{B5C5431C-BBA5-4CCB-92CE-653B9EDBE688}" dt="2026-07-02T12:52:35.498" v="480" actId="20577"/>
          <ac:spMkLst>
            <pc:docMk/>
            <pc:sldMk cId="4202545096" sldId="324"/>
            <ac:spMk id="3" creationId="{BFDF2441-2BA5-EFF5-01F9-EA8EDCCF7422}"/>
          </ac:spMkLst>
        </pc:spChg>
      </pc:sldChg>
      <pc:sldChg chg="new del">
        <pc:chgData name="KUTOSE Taichi" userId="58e504e7-569d-4fea-aa4c-99b0f3e8e636" providerId="ADAL" clId="{B5C5431C-BBA5-4CCB-92CE-653B9EDBE688}" dt="2026-07-07T00:35:59.950" v="483" actId="2696"/>
        <pc:sldMkLst>
          <pc:docMk/>
          <pc:sldMk cId="1031113891" sldId="328"/>
        </pc:sldMkLst>
      </pc:sldChg>
      <pc:sldChg chg="add">
        <pc:chgData name="KUTOSE Taichi" userId="58e504e7-569d-4fea-aa4c-99b0f3e8e636" providerId="ADAL" clId="{B5C5431C-BBA5-4CCB-92CE-653B9EDBE688}" dt="2026-07-07T00:35:41.345" v="482" actId="22"/>
        <pc:sldMkLst>
          <pc:docMk/>
          <pc:sldMk cId="794039123" sldId="329"/>
        </pc:sldMkLst>
      </pc:sldChg>
    </pc:docChg>
  </pc:docChgLst>
  <pc:docChgLst>
    <pc:chgData name="KUTOSE Taichi" userId="58e504e7-569d-4fea-aa4c-99b0f3e8e636" providerId="ADAL" clId="{2E68E849-F5E4-4CB9-86EF-0EC4AEB7AB2B}"/>
    <pc:docChg chg="undo redo custSel addSld delSld modSld sldOrd">
      <pc:chgData name="KUTOSE Taichi" userId="58e504e7-569d-4fea-aa4c-99b0f3e8e636" providerId="ADAL" clId="{2E68E849-F5E4-4CB9-86EF-0EC4AEB7AB2B}" dt="2026-07-06T01:44:03.184" v="20726" actId="20577"/>
      <pc:docMkLst>
        <pc:docMk/>
      </pc:docMkLst>
      <pc:sldChg chg="addSp delSp modSp mod">
        <pc:chgData name="KUTOSE Taichi" userId="58e504e7-569d-4fea-aa4c-99b0f3e8e636" providerId="ADAL" clId="{2E68E849-F5E4-4CB9-86EF-0EC4AEB7AB2B}" dt="2026-06-24T11:27:44.253" v="3654"/>
        <pc:sldMkLst>
          <pc:docMk/>
          <pc:sldMk cId="1807634695" sldId="272"/>
        </pc:sldMkLst>
      </pc:sldChg>
      <pc:sldChg chg="modSp mod">
        <pc:chgData name="KUTOSE Taichi" userId="58e504e7-569d-4fea-aa4c-99b0f3e8e636" providerId="ADAL" clId="{2E68E849-F5E4-4CB9-86EF-0EC4AEB7AB2B}" dt="2026-06-23T12:23:14.529" v="3636" actId="20577"/>
        <pc:sldMkLst>
          <pc:docMk/>
          <pc:sldMk cId="1127452436" sldId="301"/>
        </pc:sldMkLst>
        <pc:spChg chg="mod">
          <ac:chgData name="KUTOSE Taichi" userId="58e504e7-569d-4fea-aa4c-99b0f3e8e636" providerId="ADAL" clId="{2E68E849-F5E4-4CB9-86EF-0EC4AEB7AB2B}" dt="2026-06-23T11:20:56.167" v="2585" actId="20577"/>
          <ac:spMkLst>
            <pc:docMk/>
            <pc:sldMk cId="1127452436" sldId="301"/>
            <ac:spMk id="3" creationId="{1504D721-700A-5982-0C9C-7D974DC6CAC5}"/>
          </ac:spMkLst>
        </pc:spChg>
        <pc:spChg chg="mod">
          <ac:chgData name="KUTOSE Taichi" userId="58e504e7-569d-4fea-aa4c-99b0f3e8e636" providerId="ADAL" clId="{2E68E849-F5E4-4CB9-86EF-0EC4AEB7AB2B}" dt="2026-06-23T12:11:11.943" v="3364" actId="20577"/>
          <ac:spMkLst>
            <pc:docMk/>
            <pc:sldMk cId="1127452436" sldId="301"/>
            <ac:spMk id="8" creationId="{D78859B8-831B-6A78-D498-8F72F4508D42}"/>
          </ac:spMkLst>
        </pc:spChg>
        <pc:spChg chg="mod">
          <ac:chgData name="KUTOSE Taichi" userId="58e504e7-569d-4fea-aa4c-99b0f3e8e636" providerId="ADAL" clId="{2E68E849-F5E4-4CB9-86EF-0EC4AEB7AB2B}" dt="2026-06-23T12:23:14.529" v="3636" actId="20577"/>
          <ac:spMkLst>
            <pc:docMk/>
            <pc:sldMk cId="1127452436" sldId="301"/>
            <ac:spMk id="16" creationId="{70A85F7A-7CE4-5852-D625-15A2FD56CA1A}"/>
          </ac:spMkLst>
        </pc:spChg>
        <pc:spChg chg="mod">
          <ac:chgData name="KUTOSE Taichi" userId="58e504e7-569d-4fea-aa4c-99b0f3e8e636" providerId="ADAL" clId="{2E68E849-F5E4-4CB9-86EF-0EC4AEB7AB2B}" dt="2026-06-23T09:46:42.534" v="2" actId="113"/>
          <ac:spMkLst>
            <pc:docMk/>
            <pc:sldMk cId="1127452436" sldId="301"/>
            <ac:spMk id="17" creationId="{7B5ADA2E-FAEE-CC4B-BFAD-AC5825AA6826}"/>
          </ac:spMkLst>
        </pc:spChg>
      </pc:sldChg>
      <pc:sldChg chg="addSp delSp modSp mod">
        <pc:chgData name="KUTOSE Taichi" userId="58e504e7-569d-4fea-aa4c-99b0f3e8e636" providerId="ADAL" clId="{2E68E849-F5E4-4CB9-86EF-0EC4AEB7AB2B}" dt="2026-06-23T12:10:33.029" v="3360" actId="1035"/>
        <pc:sldMkLst>
          <pc:docMk/>
          <pc:sldMk cId="136741966" sldId="303"/>
        </pc:sldMkLst>
        <pc:spChg chg="mod">
          <ac:chgData name="KUTOSE Taichi" userId="58e504e7-569d-4fea-aa4c-99b0f3e8e636" providerId="ADAL" clId="{2E68E849-F5E4-4CB9-86EF-0EC4AEB7AB2B}" dt="2026-06-23T12:10:33.029" v="3360" actId="1035"/>
          <ac:spMkLst>
            <pc:docMk/>
            <pc:sldMk cId="136741966" sldId="303"/>
            <ac:spMk id="3" creationId="{02F6A632-DFA6-88CD-C007-648A65E39A26}"/>
          </ac:spMkLst>
        </pc:spChg>
        <pc:spChg chg="add mod">
          <ac:chgData name="KUTOSE Taichi" userId="58e504e7-569d-4fea-aa4c-99b0f3e8e636" providerId="ADAL" clId="{2E68E849-F5E4-4CB9-86EF-0EC4AEB7AB2B}" dt="2026-06-23T12:10:33.029" v="3360" actId="1035"/>
          <ac:spMkLst>
            <pc:docMk/>
            <pc:sldMk cId="136741966" sldId="303"/>
            <ac:spMk id="5" creationId="{41D33577-7A3F-3CB4-26B0-695F5BDA81C3}"/>
          </ac:spMkLst>
        </pc:spChg>
        <pc:spChg chg="add mod">
          <ac:chgData name="KUTOSE Taichi" userId="58e504e7-569d-4fea-aa4c-99b0f3e8e636" providerId="ADAL" clId="{2E68E849-F5E4-4CB9-86EF-0EC4AEB7AB2B}" dt="2026-06-23T12:10:33.029" v="3360" actId="1035"/>
          <ac:spMkLst>
            <pc:docMk/>
            <pc:sldMk cId="136741966" sldId="303"/>
            <ac:spMk id="6" creationId="{902530C5-91FC-B89F-2169-4807AFA41F73}"/>
          </ac:spMkLst>
        </pc:spChg>
        <pc:spChg chg="add mod">
          <ac:chgData name="KUTOSE Taichi" userId="58e504e7-569d-4fea-aa4c-99b0f3e8e636" providerId="ADAL" clId="{2E68E849-F5E4-4CB9-86EF-0EC4AEB7AB2B}" dt="2026-06-23T12:10:33.029" v="3360" actId="1035"/>
          <ac:spMkLst>
            <pc:docMk/>
            <pc:sldMk cId="136741966" sldId="303"/>
            <ac:spMk id="14" creationId="{41F7B417-1127-983A-48D1-382E9F68A0D5}"/>
          </ac:spMkLst>
        </pc:spChg>
        <pc:spChg chg="add mod">
          <ac:chgData name="KUTOSE Taichi" userId="58e504e7-569d-4fea-aa4c-99b0f3e8e636" providerId="ADAL" clId="{2E68E849-F5E4-4CB9-86EF-0EC4AEB7AB2B}" dt="2026-06-23T12:10:33.029" v="3360" actId="1035"/>
          <ac:spMkLst>
            <pc:docMk/>
            <pc:sldMk cId="136741966" sldId="303"/>
            <ac:spMk id="16" creationId="{DB8608C6-B21C-E8B3-D34F-B67CEFA9ECE0}"/>
          </ac:spMkLst>
        </pc:spChg>
        <pc:picChg chg="add mod">
          <ac:chgData name="KUTOSE Taichi" userId="58e504e7-569d-4fea-aa4c-99b0f3e8e636" providerId="ADAL" clId="{2E68E849-F5E4-4CB9-86EF-0EC4AEB7AB2B}" dt="2026-06-23T12:10:33.029" v="3360" actId="1035"/>
          <ac:picMkLst>
            <pc:docMk/>
            <pc:sldMk cId="136741966" sldId="303"/>
            <ac:picMk id="8" creationId="{BF64264B-0578-683B-EC3F-8B0EB4F61646}"/>
          </ac:picMkLst>
        </pc:picChg>
        <pc:picChg chg="add mod modCrop">
          <ac:chgData name="KUTOSE Taichi" userId="58e504e7-569d-4fea-aa4c-99b0f3e8e636" providerId="ADAL" clId="{2E68E849-F5E4-4CB9-86EF-0EC4AEB7AB2B}" dt="2026-06-23T12:10:33.029" v="3360" actId="1035"/>
          <ac:picMkLst>
            <pc:docMk/>
            <pc:sldMk cId="136741966" sldId="303"/>
            <ac:picMk id="10" creationId="{040D8242-1A67-4BFF-DAEC-7679A7CA0573}"/>
          </ac:picMkLst>
        </pc:picChg>
        <pc:picChg chg="add mod">
          <ac:chgData name="KUTOSE Taichi" userId="58e504e7-569d-4fea-aa4c-99b0f3e8e636" providerId="ADAL" clId="{2E68E849-F5E4-4CB9-86EF-0EC4AEB7AB2B}" dt="2026-06-23T12:10:33.029" v="3360" actId="1035"/>
          <ac:picMkLst>
            <pc:docMk/>
            <pc:sldMk cId="136741966" sldId="303"/>
            <ac:picMk id="12" creationId="{C108451D-7AB5-4CAC-A055-32C80DB5AC8B}"/>
          </ac:picMkLst>
        </pc:picChg>
      </pc:sldChg>
      <pc:sldChg chg="addSp mod">
        <pc:chgData name="KUTOSE Taichi" userId="58e504e7-569d-4fea-aa4c-99b0f3e8e636" providerId="ADAL" clId="{2E68E849-F5E4-4CB9-86EF-0EC4AEB7AB2B}" dt="2026-06-24T09:36:27.768" v="3640" actId="22"/>
        <pc:sldMkLst>
          <pc:docMk/>
          <pc:sldMk cId="1231443878" sldId="304"/>
        </pc:sldMkLst>
        <pc:picChg chg="add">
          <ac:chgData name="KUTOSE Taichi" userId="58e504e7-569d-4fea-aa4c-99b0f3e8e636" providerId="ADAL" clId="{2E68E849-F5E4-4CB9-86EF-0EC4AEB7AB2B}" dt="2026-06-24T09:36:27.768" v="3640" actId="22"/>
          <ac:picMkLst>
            <pc:docMk/>
            <pc:sldMk cId="1231443878" sldId="304"/>
            <ac:picMk id="10" creationId="{6ADA5841-AE83-AD0D-7058-0A73E9F61527}"/>
          </ac:picMkLst>
        </pc:picChg>
      </pc:sldChg>
      <pc:sldChg chg="addSp modSp mod">
        <pc:chgData name="KUTOSE Taichi" userId="58e504e7-569d-4fea-aa4c-99b0f3e8e636" providerId="ADAL" clId="{2E68E849-F5E4-4CB9-86EF-0EC4AEB7AB2B}" dt="2026-06-24T10:06:12.373" v="3643" actId="14100"/>
        <pc:sldMkLst>
          <pc:docMk/>
          <pc:sldMk cId="4051765843" sldId="305"/>
        </pc:sldMkLst>
      </pc:sldChg>
      <pc:sldChg chg="addSp modSp mod">
        <pc:chgData name="KUTOSE Taichi" userId="58e504e7-569d-4fea-aa4c-99b0f3e8e636" providerId="ADAL" clId="{2E68E849-F5E4-4CB9-86EF-0EC4AEB7AB2B}" dt="2026-06-26T15:55:15.302" v="5763" actId="1076"/>
        <pc:sldMkLst>
          <pc:docMk/>
          <pc:sldMk cId="976926452" sldId="306"/>
        </pc:sldMkLst>
        <pc:spChg chg="mod">
          <ac:chgData name="KUTOSE Taichi" userId="58e504e7-569d-4fea-aa4c-99b0f3e8e636" providerId="ADAL" clId="{2E68E849-F5E4-4CB9-86EF-0EC4AEB7AB2B}" dt="2026-06-26T15:55:15.302" v="5763" actId="1076"/>
          <ac:spMkLst>
            <pc:docMk/>
            <pc:sldMk cId="976926452" sldId="306"/>
            <ac:spMk id="20" creationId="{980FD8A5-600A-F2A3-D0D5-83263DA4C21F}"/>
          </ac:spMkLst>
        </pc:spChg>
        <pc:picChg chg="add mod">
          <ac:chgData name="KUTOSE Taichi" userId="58e504e7-569d-4fea-aa4c-99b0f3e8e636" providerId="ADAL" clId="{2E68E849-F5E4-4CB9-86EF-0EC4AEB7AB2B}" dt="2026-06-26T15:55:15.302" v="5763" actId="1076"/>
          <ac:picMkLst>
            <pc:docMk/>
            <pc:sldMk cId="976926452" sldId="306"/>
            <ac:picMk id="6" creationId="{B5EE70BA-BEA4-14EB-2324-FC9B43217020}"/>
          </ac:picMkLst>
        </pc:picChg>
        <pc:picChg chg="add mod modCrop">
          <ac:chgData name="KUTOSE Taichi" userId="58e504e7-569d-4fea-aa4c-99b0f3e8e636" providerId="ADAL" clId="{2E68E849-F5E4-4CB9-86EF-0EC4AEB7AB2B}" dt="2026-06-26T15:55:03.468" v="5762" actId="732"/>
          <ac:picMkLst>
            <pc:docMk/>
            <pc:sldMk cId="976926452" sldId="306"/>
            <ac:picMk id="8" creationId="{A7B697D8-04C0-9DDA-C11F-85D10C2B25EE}"/>
          </ac:picMkLst>
        </pc:picChg>
      </pc:sldChg>
      <pc:sldChg chg="addSp modSp add mod">
        <pc:chgData name="KUTOSE Taichi" userId="58e504e7-569d-4fea-aa4c-99b0f3e8e636" providerId="ADAL" clId="{2E68E849-F5E4-4CB9-86EF-0EC4AEB7AB2B}" dt="2026-06-26T06:55:27.660" v="3659" actId="22"/>
        <pc:sldMkLst>
          <pc:docMk/>
          <pc:sldMk cId="2640782651" sldId="310"/>
        </pc:sldMkLst>
        <pc:picChg chg="add">
          <ac:chgData name="KUTOSE Taichi" userId="58e504e7-569d-4fea-aa4c-99b0f3e8e636" providerId="ADAL" clId="{2E68E849-F5E4-4CB9-86EF-0EC4AEB7AB2B}" dt="2026-06-26T06:43:52.884" v="3657" actId="22"/>
          <ac:picMkLst>
            <pc:docMk/>
            <pc:sldMk cId="2640782651" sldId="310"/>
            <ac:picMk id="7" creationId="{CD7F9A54-DC97-B207-FE61-EE7C265BBA4B}"/>
          </ac:picMkLst>
        </pc:picChg>
        <pc:picChg chg="add">
          <ac:chgData name="KUTOSE Taichi" userId="58e504e7-569d-4fea-aa4c-99b0f3e8e636" providerId="ADAL" clId="{2E68E849-F5E4-4CB9-86EF-0EC4AEB7AB2B}" dt="2026-06-26T06:54:40.885" v="3658" actId="22"/>
          <ac:picMkLst>
            <pc:docMk/>
            <pc:sldMk cId="2640782651" sldId="310"/>
            <ac:picMk id="9" creationId="{ACE9D181-C9E5-6486-783F-4EB269F66E1E}"/>
          </ac:picMkLst>
        </pc:picChg>
        <pc:picChg chg="add">
          <ac:chgData name="KUTOSE Taichi" userId="58e504e7-569d-4fea-aa4c-99b0f3e8e636" providerId="ADAL" clId="{2E68E849-F5E4-4CB9-86EF-0EC4AEB7AB2B}" dt="2026-06-26T06:55:27.660" v="3659" actId="22"/>
          <ac:picMkLst>
            <pc:docMk/>
            <pc:sldMk cId="2640782651" sldId="310"/>
            <ac:picMk id="11" creationId="{7327DEBE-9EE5-F82A-52E5-E147AAACC1B0}"/>
          </ac:picMkLst>
        </pc:picChg>
      </pc:sldChg>
      <pc:sldChg chg="addSp mod">
        <pc:chgData name="KUTOSE Taichi" userId="58e504e7-569d-4fea-aa4c-99b0f3e8e636" providerId="ADAL" clId="{2E68E849-F5E4-4CB9-86EF-0EC4AEB7AB2B}" dt="2026-06-24T11:41:52.897" v="3656" actId="22"/>
        <pc:sldMkLst>
          <pc:docMk/>
          <pc:sldMk cId="2505701935" sldId="313"/>
        </pc:sldMkLst>
        <pc:picChg chg="add">
          <ac:chgData name="KUTOSE Taichi" userId="58e504e7-569d-4fea-aa4c-99b0f3e8e636" providerId="ADAL" clId="{2E68E849-F5E4-4CB9-86EF-0EC4AEB7AB2B}" dt="2026-06-24T11:38:54.662" v="3655" actId="22"/>
          <ac:picMkLst>
            <pc:docMk/>
            <pc:sldMk cId="2505701935" sldId="313"/>
            <ac:picMk id="9" creationId="{C4C91B40-84F0-CB8D-53AD-2C728EAAB4E4}"/>
          </ac:picMkLst>
        </pc:picChg>
        <pc:picChg chg="add">
          <ac:chgData name="KUTOSE Taichi" userId="58e504e7-569d-4fea-aa4c-99b0f3e8e636" providerId="ADAL" clId="{2E68E849-F5E4-4CB9-86EF-0EC4AEB7AB2B}" dt="2026-06-24T11:41:52.897" v="3656" actId="22"/>
          <ac:picMkLst>
            <pc:docMk/>
            <pc:sldMk cId="2505701935" sldId="313"/>
            <ac:picMk id="11" creationId="{D22CA176-C6CB-150B-8637-70E65A54EF81}"/>
          </ac:picMkLst>
        </pc:picChg>
      </pc:sldChg>
      <pc:sldChg chg="addSp modSp mod">
        <pc:chgData name="KUTOSE Taichi" userId="58e504e7-569d-4fea-aa4c-99b0f3e8e636" providerId="ADAL" clId="{2E68E849-F5E4-4CB9-86EF-0EC4AEB7AB2B}" dt="2026-07-05T20:22:20.933" v="19563" actId="1036"/>
        <pc:sldMkLst>
          <pc:docMk/>
          <pc:sldMk cId="2103697780" sldId="316"/>
        </pc:sldMkLst>
        <pc:spChg chg="mod">
          <ac:chgData name="KUTOSE Taichi" userId="58e504e7-569d-4fea-aa4c-99b0f3e8e636" providerId="ADAL" clId="{2E68E849-F5E4-4CB9-86EF-0EC4AEB7AB2B}" dt="2026-06-26T14:15:41.465" v="4788" actId="20577"/>
          <ac:spMkLst>
            <pc:docMk/>
            <pc:sldMk cId="2103697780" sldId="316"/>
            <ac:spMk id="2" creationId="{A54466E9-A763-6855-740A-C1A6DCAD75AC}"/>
          </ac:spMkLst>
        </pc:spChg>
        <pc:spChg chg="mod">
          <ac:chgData name="KUTOSE Taichi" userId="58e504e7-569d-4fea-aa4c-99b0f3e8e636" providerId="ADAL" clId="{2E68E849-F5E4-4CB9-86EF-0EC4AEB7AB2B}" dt="2026-06-26T15:43:09.824" v="5253" actId="255"/>
          <ac:spMkLst>
            <pc:docMk/>
            <pc:sldMk cId="2103697780" sldId="316"/>
            <ac:spMk id="3" creationId="{46D6157A-E594-B8C0-059B-B00B94E57F5C}"/>
          </ac:spMkLst>
        </pc:spChg>
        <pc:spChg chg="add mod">
          <ac:chgData name="KUTOSE Taichi" userId="58e504e7-569d-4fea-aa4c-99b0f3e8e636" providerId="ADAL" clId="{2E68E849-F5E4-4CB9-86EF-0EC4AEB7AB2B}" dt="2026-07-01T08:33:02.514" v="14164"/>
          <ac:spMkLst>
            <pc:docMk/>
            <pc:sldMk cId="2103697780" sldId="316"/>
            <ac:spMk id="5" creationId="{F1AAF44F-7792-71F9-11C3-A1DA405403B2}"/>
          </ac:spMkLst>
        </pc:spChg>
        <pc:spChg chg="add mod">
          <ac:chgData name="KUTOSE Taichi" userId="58e504e7-569d-4fea-aa4c-99b0f3e8e636" providerId="ADAL" clId="{2E68E849-F5E4-4CB9-86EF-0EC4AEB7AB2B}" dt="2026-07-05T20:22:20.933" v="19563" actId="1036"/>
          <ac:spMkLst>
            <pc:docMk/>
            <pc:sldMk cId="2103697780" sldId="316"/>
            <ac:spMk id="6" creationId="{BE81E0AF-7EC4-E86D-B1E9-006C1F1D7596}"/>
          </ac:spMkLst>
        </pc:spChg>
      </pc:sldChg>
      <pc:sldChg chg="add">
        <pc:chgData name="KUTOSE Taichi" userId="58e504e7-569d-4fea-aa4c-99b0f3e8e636" providerId="ADAL" clId="{2E68E849-F5E4-4CB9-86EF-0EC4AEB7AB2B}" dt="2026-06-27T04:05:18.666" v="6061"/>
        <pc:sldMkLst>
          <pc:docMk/>
          <pc:sldMk cId="977052255" sldId="318"/>
        </pc:sldMkLst>
      </pc:sldChg>
      <pc:sldChg chg="addSp delSp modSp add mod">
        <pc:chgData name="KUTOSE Taichi" userId="58e504e7-569d-4fea-aa4c-99b0f3e8e636" providerId="ADAL" clId="{2E68E849-F5E4-4CB9-86EF-0EC4AEB7AB2B}" dt="2026-07-01T08:33:02.514" v="14164"/>
        <pc:sldMkLst>
          <pc:docMk/>
          <pc:sldMk cId="1734275377" sldId="319"/>
        </pc:sldMkLst>
        <pc:spChg chg="mod">
          <ac:chgData name="KUTOSE Taichi" userId="58e504e7-569d-4fea-aa4c-99b0f3e8e636" providerId="ADAL" clId="{2E68E849-F5E4-4CB9-86EF-0EC4AEB7AB2B}" dt="2026-06-30T15:43:48.451" v="8400" actId="20577"/>
          <ac:spMkLst>
            <pc:docMk/>
            <pc:sldMk cId="1734275377" sldId="319"/>
            <ac:spMk id="2" creationId="{E067D502-6901-2626-320D-F5FAB64BEC37}"/>
          </ac:spMkLst>
        </pc:spChg>
        <pc:spChg chg="mod">
          <ac:chgData name="KUTOSE Taichi" userId="58e504e7-569d-4fea-aa4c-99b0f3e8e636" providerId="ADAL" clId="{2E68E849-F5E4-4CB9-86EF-0EC4AEB7AB2B}" dt="2026-07-01T02:30:11.444" v="11911" actId="20577"/>
          <ac:spMkLst>
            <pc:docMk/>
            <pc:sldMk cId="1734275377" sldId="319"/>
            <ac:spMk id="3" creationId="{7AC4E5B3-A062-89F6-A2DF-842019B0C24A}"/>
          </ac:spMkLst>
        </pc:spChg>
        <pc:spChg chg="add mod">
          <ac:chgData name="KUTOSE Taichi" userId="58e504e7-569d-4fea-aa4c-99b0f3e8e636" providerId="ADAL" clId="{2E68E849-F5E4-4CB9-86EF-0EC4AEB7AB2B}" dt="2026-07-01T08:33:02.514" v="14164"/>
          <ac:spMkLst>
            <pc:docMk/>
            <pc:sldMk cId="1734275377" sldId="319"/>
            <ac:spMk id="18" creationId="{1314FDCA-DDE0-9854-4091-6A0EC2628FC4}"/>
          </ac:spMkLst>
        </pc:spChg>
        <pc:spChg chg="add mod">
          <ac:chgData name="KUTOSE Taichi" userId="58e504e7-569d-4fea-aa4c-99b0f3e8e636" providerId="ADAL" clId="{2E68E849-F5E4-4CB9-86EF-0EC4AEB7AB2B}" dt="2026-07-01T08:33:02.514" v="14164"/>
          <ac:spMkLst>
            <pc:docMk/>
            <pc:sldMk cId="1734275377" sldId="319"/>
            <ac:spMk id="25" creationId="{7B56F715-261E-FF04-C2FA-921C7F5DE77D}"/>
          </ac:spMkLst>
        </pc:spChg>
        <pc:spChg chg="add mod">
          <ac:chgData name="KUTOSE Taichi" userId="58e504e7-569d-4fea-aa4c-99b0f3e8e636" providerId="ADAL" clId="{2E68E849-F5E4-4CB9-86EF-0EC4AEB7AB2B}" dt="2026-07-01T02:30:15.957" v="11919" actId="1035"/>
          <ac:spMkLst>
            <pc:docMk/>
            <pc:sldMk cId="1734275377" sldId="319"/>
            <ac:spMk id="26" creationId="{161709D9-3034-3856-583C-C3BF732DB10A}"/>
          </ac:spMkLst>
        </pc:spChg>
        <pc:spChg chg="add mod">
          <ac:chgData name="KUTOSE Taichi" userId="58e504e7-569d-4fea-aa4c-99b0f3e8e636" providerId="ADAL" clId="{2E68E849-F5E4-4CB9-86EF-0EC4AEB7AB2B}" dt="2026-07-01T08:33:02.514" v="14164"/>
          <ac:spMkLst>
            <pc:docMk/>
            <pc:sldMk cId="1734275377" sldId="319"/>
            <ac:spMk id="27" creationId="{39A1E610-5B3D-D8CE-62C3-C1A71DBF1ED7}"/>
          </ac:spMkLst>
        </pc:spChg>
      </pc:sldChg>
      <pc:sldChg chg="addSp delSp modSp add mod ord">
        <pc:chgData name="KUTOSE Taichi" userId="58e504e7-569d-4fea-aa4c-99b0f3e8e636" providerId="ADAL" clId="{2E68E849-F5E4-4CB9-86EF-0EC4AEB7AB2B}" dt="2026-07-06T01:44:03.184" v="20726" actId="20577"/>
        <pc:sldMkLst>
          <pc:docMk/>
          <pc:sldMk cId="1937143618" sldId="320"/>
        </pc:sldMkLst>
        <pc:spChg chg="mod">
          <ac:chgData name="KUTOSE Taichi" userId="58e504e7-569d-4fea-aa4c-99b0f3e8e636" providerId="ADAL" clId="{2E68E849-F5E4-4CB9-86EF-0EC4AEB7AB2B}" dt="2026-07-01T02:01:06.545" v="11114" actId="20577"/>
          <ac:spMkLst>
            <pc:docMk/>
            <pc:sldMk cId="1937143618" sldId="320"/>
            <ac:spMk id="3" creationId="{362AEC87-05C7-96DA-BF61-7072F7A87BE3}"/>
          </ac:spMkLst>
        </pc:spChg>
        <pc:spChg chg="mod">
          <ac:chgData name="KUTOSE Taichi" userId="58e504e7-569d-4fea-aa4c-99b0f3e8e636" providerId="ADAL" clId="{2E68E849-F5E4-4CB9-86EF-0EC4AEB7AB2B}" dt="2026-07-01T08:33:02.514" v="14164"/>
          <ac:spMkLst>
            <pc:docMk/>
            <pc:sldMk cId="1937143618" sldId="320"/>
            <ac:spMk id="5" creationId="{CE414450-4885-4E91-6C7E-5D238DBEFC9E}"/>
          </ac:spMkLst>
        </pc:spChg>
        <pc:spChg chg="mod">
          <ac:chgData name="KUTOSE Taichi" userId="58e504e7-569d-4fea-aa4c-99b0f3e8e636" providerId="ADAL" clId="{2E68E849-F5E4-4CB9-86EF-0EC4AEB7AB2B}" dt="2026-06-30T16:19:44.277" v="9685" actId="1035"/>
          <ac:spMkLst>
            <pc:docMk/>
            <pc:sldMk cId="1937143618" sldId="320"/>
            <ac:spMk id="14" creationId="{1DF6E760-B5C5-E1E6-CED9-27711B6E6DEA}"/>
          </ac:spMkLst>
        </pc:spChg>
        <pc:spChg chg="mod">
          <ac:chgData name="KUTOSE Taichi" userId="58e504e7-569d-4fea-aa4c-99b0f3e8e636" providerId="ADAL" clId="{2E68E849-F5E4-4CB9-86EF-0EC4AEB7AB2B}" dt="2026-07-06T01:44:03.184" v="20726" actId="20577"/>
          <ac:spMkLst>
            <pc:docMk/>
            <pc:sldMk cId="1937143618" sldId="320"/>
            <ac:spMk id="15" creationId="{1BFED4A7-8FD7-B9BC-10FF-178C878DC702}"/>
          </ac:spMkLst>
        </pc:spChg>
        <pc:spChg chg="mod">
          <ac:chgData name="KUTOSE Taichi" userId="58e504e7-569d-4fea-aa4c-99b0f3e8e636" providerId="ADAL" clId="{2E68E849-F5E4-4CB9-86EF-0EC4AEB7AB2B}" dt="2026-06-30T16:19:44.277" v="9685" actId="1035"/>
          <ac:spMkLst>
            <pc:docMk/>
            <pc:sldMk cId="1937143618" sldId="320"/>
            <ac:spMk id="16" creationId="{4E54E4AF-F80B-57A3-33D6-44039AD33CDA}"/>
          </ac:spMkLst>
        </pc:spChg>
      </pc:sldChg>
      <pc:sldChg chg="addSp delSp modSp add mod">
        <pc:chgData name="KUTOSE Taichi" userId="58e504e7-569d-4fea-aa4c-99b0f3e8e636" providerId="ADAL" clId="{2E68E849-F5E4-4CB9-86EF-0EC4AEB7AB2B}" dt="2026-07-06T01:08:30.985" v="19954" actId="20577"/>
        <pc:sldMkLst>
          <pc:docMk/>
          <pc:sldMk cId="1666182884" sldId="321"/>
        </pc:sldMkLst>
        <pc:spChg chg="mod">
          <ac:chgData name="KUTOSE Taichi" userId="58e504e7-569d-4fea-aa4c-99b0f3e8e636" providerId="ADAL" clId="{2E68E849-F5E4-4CB9-86EF-0EC4AEB7AB2B}" dt="2026-07-06T01:08:30.985" v="19954" actId="20577"/>
          <ac:spMkLst>
            <pc:docMk/>
            <pc:sldMk cId="1666182884" sldId="321"/>
            <ac:spMk id="3" creationId="{8B1D8956-CC13-3624-1F28-29151F5449F3}"/>
          </ac:spMkLst>
        </pc:spChg>
        <pc:spChg chg="add mod">
          <ac:chgData name="KUTOSE Taichi" userId="58e504e7-569d-4fea-aa4c-99b0f3e8e636" providerId="ADAL" clId="{2E68E849-F5E4-4CB9-86EF-0EC4AEB7AB2B}" dt="2026-07-02T06:00:31.311" v="16628" actId="20577"/>
          <ac:spMkLst>
            <pc:docMk/>
            <pc:sldMk cId="1666182884" sldId="321"/>
            <ac:spMk id="5" creationId="{D6C1ACD6-C006-2955-8181-C2A48A220CE4}"/>
          </ac:spMkLst>
        </pc:spChg>
        <pc:spChg chg="mod">
          <ac:chgData name="KUTOSE Taichi" userId="58e504e7-569d-4fea-aa4c-99b0f3e8e636" providerId="ADAL" clId="{2E68E849-F5E4-4CB9-86EF-0EC4AEB7AB2B}" dt="2026-07-02T05:46:35.225" v="15491" actId="20577"/>
          <ac:spMkLst>
            <pc:docMk/>
            <pc:sldMk cId="1666182884" sldId="321"/>
            <ac:spMk id="25" creationId="{7729157C-3587-E82E-B921-BEE3D5BE6CFB}"/>
          </ac:spMkLst>
        </pc:spChg>
      </pc:sldChg>
      <pc:sldChg chg="addSp delSp modSp add mod">
        <pc:chgData name="KUTOSE Taichi" userId="58e504e7-569d-4fea-aa4c-99b0f3e8e636" providerId="ADAL" clId="{2E68E849-F5E4-4CB9-86EF-0EC4AEB7AB2B}" dt="2026-07-06T01:40:46.768" v="20484"/>
        <pc:sldMkLst>
          <pc:docMk/>
          <pc:sldMk cId="1635228941" sldId="322"/>
        </pc:sldMkLst>
        <pc:spChg chg="mod">
          <ac:chgData name="KUTOSE Taichi" userId="58e504e7-569d-4fea-aa4c-99b0f3e8e636" providerId="ADAL" clId="{2E68E849-F5E4-4CB9-86EF-0EC4AEB7AB2B}" dt="2026-07-01T02:45:54.117" v="12781" actId="20577"/>
          <ac:spMkLst>
            <pc:docMk/>
            <pc:sldMk cId="1635228941" sldId="322"/>
            <ac:spMk id="2" creationId="{323D6995-F53E-FD43-B5F7-989C7F32C275}"/>
          </ac:spMkLst>
        </pc:spChg>
        <pc:graphicFrameChg chg="add mod modGraphic">
          <ac:chgData name="KUTOSE Taichi" userId="58e504e7-569d-4fea-aa4c-99b0f3e8e636" providerId="ADAL" clId="{2E68E849-F5E4-4CB9-86EF-0EC4AEB7AB2B}" dt="2026-07-06T01:40:46.768" v="20484"/>
          <ac:graphicFrameMkLst>
            <pc:docMk/>
            <pc:sldMk cId="1635228941" sldId="322"/>
            <ac:graphicFrameMk id="7" creationId="{5EDA35D7-0B01-E100-59F2-33B833B50D06}"/>
          </ac:graphicFrameMkLst>
        </pc:graphicFrameChg>
      </pc:sldChg>
      <pc:sldChg chg="addSp delSp modSp add mod">
        <pc:chgData name="KUTOSE Taichi" userId="58e504e7-569d-4fea-aa4c-99b0f3e8e636" providerId="ADAL" clId="{2E68E849-F5E4-4CB9-86EF-0EC4AEB7AB2B}" dt="2026-07-05T20:27:42.161" v="19582" actId="20577"/>
        <pc:sldMkLst>
          <pc:docMk/>
          <pc:sldMk cId="3555630226" sldId="323"/>
        </pc:sldMkLst>
        <pc:spChg chg="mod">
          <ac:chgData name="KUTOSE Taichi" userId="58e504e7-569d-4fea-aa4c-99b0f3e8e636" providerId="ADAL" clId="{2E68E849-F5E4-4CB9-86EF-0EC4AEB7AB2B}" dt="2026-07-01T04:10:52.809" v="13518" actId="20577"/>
          <ac:spMkLst>
            <pc:docMk/>
            <pc:sldMk cId="3555630226" sldId="323"/>
            <ac:spMk id="2" creationId="{668BB9FA-8DE9-31CD-D517-A232E342AFDD}"/>
          </ac:spMkLst>
        </pc:spChg>
        <pc:spChg chg="add mod">
          <ac:chgData name="KUTOSE Taichi" userId="58e504e7-569d-4fea-aa4c-99b0f3e8e636" providerId="ADAL" clId="{2E68E849-F5E4-4CB9-86EF-0EC4AEB7AB2B}" dt="2026-07-05T20:27:42.161" v="19582" actId="20577"/>
          <ac:spMkLst>
            <pc:docMk/>
            <pc:sldMk cId="3555630226" sldId="323"/>
            <ac:spMk id="3" creationId="{7D30109C-F191-D0E2-849F-05C34D61D24D}"/>
          </ac:spMkLst>
        </pc:spChg>
        <pc:spChg chg="add mod">
          <ac:chgData name="KUTOSE Taichi" userId="58e504e7-569d-4fea-aa4c-99b0f3e8e636" providerId="ADAL" clId="{2E68E849-F5E4-4CB9-86EF-0EC4AEB7AB2B}" dt="2026-07-02T05:59:36.533" v="16611" actId="14100"/>
          <ac:spMkLst>
            <pc:docMk/>
            <pc:sldMk cId="3555630226" sldId="323"/>
            <ac:spMk id="5" creationId="{0406EDA8-CA67-E0BC-94C5-A4560345B861}"/>
          </ac:spMkLst>
        </pc:spChg>
        <pc:spChg chg="add mod">
          <ac:chgData name="KUTOSE Taichi" userId="58e504e7-569d-4fea-aa4c-99b0f3e8e636" providerId="ADAL" clId="{2E68E849-F5E4-4CB9-86EF-0EC4AEB7AB2B}" dt="2026-07-02T05:59:10.673" v="16602" actId="20577"/>
          <ac:spMkLst>
            <pc:docMk/>
            <pc:sldMk cId="3555630226" sldId="323"/>
            <ac:spMk id="6" creationId="{F9A216E1-ACED-96EE-DFDE-112F5F453DD6}"/>
          </ac:spMkLst>
        </pc:spChg>
      </pc:sldChg>
      <pc:sldChg chg="addSp delSp modSp add mod ord">
        <pc:chgData name="KUTOSE Taichi" userId="58e504e7-569d-4fea-aa4c-99b0f3e8e636" providerId="ADAL" clId="{2E68E849-F5E4-4CB9-86EF-0EC4AEB7AB2B}" dt="2026-07-06T01:38:42.869" v="20474" actId="20577"/>
        <pc:sldMkLst>
          <pc:docMk/>
          <pc:sldMk cId="4202545096" sldId="324"/>
        </pc:sldMkLst>
        <pc:spChg chg="mod">
          <ac:chgData name="KUTOSE Taichi" userId="58e504e7-569d-4fea-aa4c-99b0f3e8e636" providerId="ADAL" clId="{2E68E849-F5E4-4CB9-86EF-0EC4AEB7AB2B}" dt="2026-07-06T01:38:42.869" v="20474" actId="20577"/>
          <ac:spMkLst>
            <pc:docMk/>
            <pc:sldMk cId="4202545096" sldId="324"/>
            <ac:spMk id="2" creationId="{F1A9623D-A8AB-E03F-A9FC-560CC3AA18EF}"/>
          </ac:spMkLst>
        </pc:spChg>
        <pc:spChg chg="mod">
          <ac:chgData name="KUTOSE Taichi" userId="58e504e7-569d-4fea-aa4c-99b0f3e8e636" providerId="ADAL" clId="{2E68E849-F5E4-4CB9-86EF-0EC4AEB7AB2B}" dt="2026-07-06T01:38:07.174" v="20458" actId="20577"/>
          <ac:spMkLst>
            <pc:docMk/>
            <pc:sldMk cId="4202545096" sldId="324"/>
            <ac:spMk id="3" creationId="{BFDF2441-2BA5-EFF5-01F9-EA8EDCCF7422}"/>
          </ac:spMkLst>
        </pc:spChg>
      </pc:sldChg>
      <pc:sldChg chg="delSp modSp add mod">
        <pc:chgData name="KUTOSE Taichi" userId="58e504e7-569d-4fea-aa4c-99b0f3e8e636" providerId="ADAL" clId="{2E68E849-F5E4-4CB9-86EF-0EC4AEB7AB2B}" dt="2026-07-06T01:09:35.127" v="19961" actId="2711"/>
        <pc:sldMkLst>
          <pc:docMk/>
          <pc:sldMk cId="1349640119" sldId="325"/>
        </pc:sldMkLst>
        <pc:spChg chg="mod">
          <ac:chgData name="KUTOSE Taichi" userId="58e504e7-569d-4fea-aa4c-99b0f3e8e636" providerId="ADAL" clId="{2E68E849-F5E4-4CB9-86EF-0EC4AEB7AB2B}" dt="2026-07-06T01:09:35.127" v="19961" actId="2711"/>
          <ac:spMkLst>
            <pc:docMk/>
            <pc:sldMk cId="1349640119" sldId="325"/>
            <ac:spMk id="3" creationId="{A7CA0585-C359-849C-0445-6D7C21B15A8D}"/>
          </ac:spMkLst>
        </pc:spChg>
        <pc:spChg chg="mod">
          <ac:chgData name="KUTOSE Taichi" userId="58e504e7-569d-4fea-aa4c-99b0f3e8e636" providerId="ADAL" clId="{2E68E849-F5E4-4CB9-86EF-0EC4AEB7AB2B}" dt="2026-07-02T06:00:37.001" v="16630" actId="20577"/>
          <ac:spMkLst>
            <pc:docMk/>
            <pc:sldMk cId="1349640119" sldId="325"/>
            <ac:spMk id="25" creationId="{5A070D4E-D72F-36B4-9D18-A52B060F0CB1}"/>
          </ac:spMkLst>
        </pc:spChg>
      </pc:sldChg>
      <pc:sldChg chg="delSp modSp add mod ord">
        <pc:chgData name="KUTOSE Taichi" userId="58e504e7-569d-4fea-aa4c-99b0f3e8e636" providerId="ADAL" clId="{2E68E849-F5E4-4CB9-86EF-0EC4AEB7AB2B}" dt="2026-07-06T01:30:31.269" v="20448" actId="20577"/>
        <pc:sldMkLst>
          <pc:docMk/>
          <pc:sldMk cId="3754235028" sldId="326"/>
        </pc:sldMkLst>
        <pc:spChg chg="mod">
          <ac:chgData name="KUTOSE Taichi" userId="58e504e7-569d-4fea-aa4c-99b0f3e8e636" providerId="ADAL" clId="{2E68E849-F5E4-4CB9-86EF-0EC4AEB7AB2B}" dt="2026-07-03T06:03:11.128" v="18072" actId="20577"/>
          <ac:spMkLst>
            <pc:docMk/>
            <pc:sldMk cId="3754235028" sldId="326"/>
            <ac:spMk id="2" creationId="{7A655E04-AE17-4BE0-E4B0-BC68F286BCC9}"/>
          </ac:spMkLst>
        </pc:spChg>
        <pc:spChg chg="mod">
          <ac:chgData name="KUTOSE Taichi" userId="58e504e7-569d-4fea-aa4c-99b0f3e8e636" providerId="ADAL" clId="{2E68E849-F5E4-4CB9-86EF-0EC4AEB7AB2B}" dt="2026-07-06T01:30:31.269" v="20448" actId="20577"/>
          <ac:spMkLst>
            <pc:docMk/>
            <pc:sldMk cId="3754235028" sldId="326"/>
            <ac:spMk id="3" creationId="{EE54941F-CDF8-B29E-CDC2-3316DAF89A66}"/>
          </ac:spMkLst>
        </pc:spChg>
      </pc:sldChg>
      <pc:sldChg chg="addSp delSp modSp add mod">
        <pc:chgData name="KUTOSE Taichi" userId="58e504e7-569d-4fea-aa4c-99b0f3e8e636" providerId="ADAL" clId="{2E68E849-F5E4-4CB9-86EF-0EC4AEB7AB2B}" dt="2026-07-06T01:22:59.075" v="20129" actId="20577"/>
        <pc:sldMkLst>
          <pc:docMk/>
          <pc:sldMk cId="3349027569" sldId="327"/>
        </pc:sldMkLst>
        <pc:spChg chg="mod">
          <ac:chgData name="KUTOSE Taichi" userId="58e504e7-569d-4fea-aa4c-99b0f3e8e636" providerId="ADAL" clId="{2E68E849-F5E4-4CB9-86EF-0EC4AEB7AB2B}" dt="2026-07-03T06:05:01.242" v="18183" actId="20577"/>
          <ac:spMkLst>
            <pc:docMk/>
            <pc:sldMk cId="3349027569" sldId="327"/>
            <ac:spMk id="2" creationId="{6BBFF2F3-DE02-E2DB-A2E1-1804E2AE5803}"/>
          </ac:spMkLst>
        </pc:spChg>
        <pc:spChg chg="mod">
          <ac:chgData name="KUTOSE Taichi" userId="58e504e7-569d-4fea-aa4c-99b0f3e8e636" providerId="ADAL" clId="{2E68E849-F5E4-4CB9-86EF-0EC4AEB7AB2B}" dt="2026-07-03T06:24:13.618" v="19366" actId="1035"/>
          <ac:spMkLst>
            <pc:docMk/>
            <pc:sldMk cId="3349027569" sldId="327"/>
            <ac:spMk id="3" creationId="{3195448E-0DDF-9BA7-BC92-EB3B48CA379D}"/>
          </ac:spMkLst>
        </pc:spChg>
        <pc:spChg chg="add mod">
          <ac:chgData name="KUTOSE Taichi" userId="58e504e7-569d-4fea-aa4c-99b0f3e8e636" providerId="ADAL" clId="{2E68E849-F5E4-4CB9-86EF-0EC4AEB7AB2B}" dt="2026-07-03T06:24:23.007" v="19375" actId="1035"/>
          <ac:spMkLst>
            <pc:docMk/>
            <pc:sldMk cId="3349027569" sldId="327"/>
            <ac:spMk id="5" creationId="{205EE506-7E96-C98C-55DF-A76D28B87801}"/>
          </ac:spMkLst>
        </pc:spChg>
        <pc:spChg chg="add mod">
          <ac:chgData name="KUTOSE Taichi" userId="58e504e7-569d-4fea-aa4c-99b0f3e8e636" providerId="ADAL" clId="{2E68E849-F5E4-4CB9-86EF-0EC4AEB7AB2B}" dt="2026-07-06T01:22:59.075" v="20129" actId="20577"/>
          <ac:spMkLst>
            <pc:docMk/>
            <pc:sldMk cId="3349027569" sldId="327"/>
            <ac:spMk id="6" creationId="{10502C4E-95F5-371E-209D-97A080EC9459}"/>
          </ac:spMkLst>
        </pc:spChg>
        <pc:spChg chg="add del mod">
          <ac:chgData name="KUTOSE Taichi" userId="58e504e7-569d-4fea-aa4c-99b0f3e8e636" providerId="ADAL" clId="{2E68E849-F5E4-4CB9-86EF-0EC4AEB7AB2B}" dt="2026-07-06T01:20:47.831" v="19962" actId="478"/>
          <ac:spMkLst>
            <pc:docMk/>
            <pc:sldMk cId="3349027569" sldId="327"/>
            <ac:spMk id="7" creationId="{061D1B4C-DD98-A454-FB4C-F5D9F8736926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9115" cy="513588"/>
          </a:xfrm>
          <a:prstGeom prst="rect">
            <a:avLst/>
          </a:prstGeom>
        </p:spPr>
        <p:txBody>
          <a:bodyPr vert="horz" lIns="99094" tIns="49547" rIns="99094" bIns="49547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4891" y="0"/>
            <a:ext cx="3079115" cy="513588"/>
          </a:xfrm>
          <a:prstGeom prst="rect">
            <a:avLst/>
          </a:prstGeom>
        </p:spPr>
        <p:txBody>
          <a:bodyPr vert="horz" lIns="99094" tIns="49547" rIns="99094" bIns="49547" rtlCol="0"/>
          <a:lstStyle>
            <a:lvl1pPr algn="r">
              <a:defRPr sz="1300"/>
            </a:lvl1pPr>
          </a:lstStyle>
          <a:p>
            <a:fld id="{20FB44E2-0DAB-496A-87DD-FAFE7F4D80FD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94" tIns="49547" rIns="99094" bIns="49547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565" y="4926171"/>
            <a:ext cx="5684520" cy="4030504"/>
          </a:xfrm>
          <a:prstGeom prst="rect">
            <a:avLst/>
          </a:prstGeom>
        </p:spPr>
        <p:txBody>
          <a:bodyPr vert="horz" lIns="99094" tIns="49547" rIns="99094" bIns="49547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722614"/>
            <a:ext cx="3079115" cy="513587"/>
          </a:xfrm>
          <a:prstGeom prst="rect">
            <a:avLst/>
          </a:prstGeom>
        </p:spPr>
        <p:txBody>
          <a:bodyPr vert="horz" lIns="99094" tIns="49547" rIns="99094" bIns="49547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4891" y="9722614"/>
            <a:ext cx="3079115" cy="513587"/>
          </a:xfrm>
          <a:prstGeom prst="rect">
            <a:avLst/>
          </a:prstGeom>
        </p:spPr>
        <p:txBody>
          <a:bodyPr vert="horz" lIns="99094" tIns="49547" rIns="99094" bIns="49547" rtlCol="0" anchor="b"/>
          <a:lstStyle>
            <a:lvl1pPr algn="r">
              <a:defRPr sz="1300"/>
            </a:lvl1pPr>
          </a:lstStyle>
          <a:p>
            <a:fld id="{04981E9C-CFED-4180-BC82-7FCBA12D3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1226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5887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AC87C-1CAC-E5CE-7003-E01CE456E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EBDE013-0852-16A3-F2A2-683BF1261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FE913A2-464F-9FBC-E6EB-AAEFCC846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954B982-1279-18E0-4B20-721382C73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4892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62DBE-AE4A-5D69-D551-63A5675FE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4A29CEF-41FB-E361-002C-26B866CDE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385133D-FD42-DC05-6EF0-47FF44F79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6DE7DD0-ACC2-E3F8-60BD-8C84D44B1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0492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73061-E20D-57C8-27FA-1C7B40C55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E8DE7B6-3CB9-4667-A009-8787CCD9C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92F278D-911E-011C-42AB-400D70C57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C96F688-FAFF-0226-D624-336113AC5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5499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015CE-01AB-873F-F2FF-B8DAD429F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3C715A6-BF18-DF88-3B2E-4804E4036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2009B29-46BC-6F76-D236-E210CFBD9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5BCADA3-FA6D-22A4-91DB-5C487907E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4610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DA341-5291-357C-A6A3-4AE45395B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8121462-3D3F-7452-90A6-B286C2536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4816B37-29A1-28A4-74C1-2F68355CB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F4F8DB-7494-CF00-3B47-2F65C9600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7074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792D8-4638-D038-BAC4-73624F834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531EDF0-E9F4-B87B-0B6F-A159CB344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8FFB89B-364C-C53D-DDE3-07A6A205B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5A90275-FADB-6F91-4D53-6993E8247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51494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C83B7-B0B2-E68D-83AD-B5CC10F16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BCEA468-9CC3-16DA-1386-50A2349F0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FA273D6-5887-3719-F786-D7694B478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7D4D159-DCC7-09F5-A036-2C4EF8146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6028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4D3E6-F159-0FF0-C7B8-A1BCE756F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071FE42-1A66-2FC4-DAB4-602379661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6080154-1EBF-2375-113A-F87036638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E34AEF8-1BED-1FAB-7C09-0E091B3A8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246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CAE68-E811-563F-6014-326266603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6B451E9-42F3-678C-DE47-ACF4B24E4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68B5536-8731-044A-6A63-9C7E35E30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7464FC-E40D-FBB6-F900-61C2491C5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7540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9E081-A081-6615-2BD8-04679B917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B41DCD5-A483-122E-4F60-B61B7BF45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83E85B1-58FB-E43C-2466-CA7055B8B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667C12-9FAA-04D2-CEBE-2FD185CC6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6994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417D9-23B5-085B-F8DB-EFC75D92C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4706A3C-BD3C-D8E1-F18C-31D0878A0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6D5475F-43A7-338B-F99E-19813B4B0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8D4264B-8855-B76C-F48C-43EB840E2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24992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417D9-23B5-085B-F8DB-EFC75D92C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4706A3C-BD3C-D8E1-F18C-31D0878A0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6D5475F-43A7-338B-F99E-19813B4B0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8D4264B-8855-B76C-F48C-43EB840E2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24992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DF8B0-9B43-54B2-3E05-47B746977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C4D3BE5-C1CD-E78C-4E83-BE7A8EBF7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0CAE6E8-6474-3789-2B06-CBBBE3691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F00F9B7-CD43-7EA8-0C3B-98E071726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8403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57313-9D7E-034A-7897-03E5049EA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1DB1E6C-699C-A87A-8D6B-47A84E189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4E40520-6319-05ED-BA37-981D7F46A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2AD9CC3-E986-9354-483D-29DECC988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02900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322BD-6C48-1D2E-A2D7-D93FF608F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2ED35DA-6A80-95B5-79BE-FA98B39FC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E586B7D-6712-EAE9-DE54-927F859A2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DBF5B3-839F-010E-4E5C-E2167583D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24643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05828-B987-702A-F79B-9277F60CC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C1B385B-3C98-FE74-B572-6488BFDC0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F406B-26C2-1E95-C826-6D9762100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14E03B-D734-8300-4369-9AE5E3F41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2145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B0B1C-51C4-6226-8CA1-E1E889AC1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9CA923E-6E4E-E432-905F-54C1D9759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29C5BFB-591C-1468-D63C-F388AAF3A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6F63BD-4EA0-90CF-F0FE-BA43F80F5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15672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DED59-AC5F-47BA-DC15-20A5933E4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FFF9E2C-EFFE-114D-2D5C-AF19F5053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69F71FF-9F8F-3B44-0582-F22A5BACA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2E7E77-3311-9ACB-03C3-1ED6E292F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97554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891EC-6A30-F8BB-D502-905A5FFC4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DFF6AFB-0831-EC75-72EC-A564CA7D7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6A40482-C6EF-A4D1-713B-775FC81E6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75E3F89-6832-8741-9AB5-5EFB4D4D1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28626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6F55E-FC7C-E17F-7D84-0938E9D6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02F8535-8276-D5F1-A23A-2F6DAE15A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4F5D98F-ADCE-AB9D-2D1D-7CF9A562D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05D6321-BC63-9E09-46ED-22F053F42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90228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79262-AC5E-5672-8403-85C1CCDC1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AC83B81-2AA7-6D0F-76C4-DEF7F60139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360E72C-02FD-F80C-44E2-25C064E09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187320-E613-7079-C869-A7EF296850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53765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96829-E660-325C-BD7B-2B627BCE1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B37F182-29BE-80C3-7A93-09C2C49FC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BCDFB17-71E3-D085-6700-9709F718B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4EC7913-1878-2F73-C7BF-6E319A048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66397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75835-F95D-9F6F-8805-7E00DE1CD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19C5129-B3E9-42AE-7E01-4E43A423E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B51E0B4-A65F-4AC2-97C3-BCA3E8DF3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5B52251-099A-517D-A017-8FAE4A65B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56971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E8C0F-10E1-4AB2-36AF-CB4BDE753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7CB3C69-35D3-B7A9-E0AE-3B1BF9172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8F7699F-1AB6-1C9D-DAEB-752A6DF1D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572928B-3A35-64B8-6B7E-FEC66F402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81E9C-CFED-4180-BC82-7FCBA12D33F1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96900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EE5E04-C511-A17E-9D41-8F85B5234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BC80DA4-21FE-9CF0-7A04-435C330B9B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B70F2F-00F5-663D-19B1-4BB2D1DBF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E3FF1-5241-4F7B-99E4-A47425FC3798}" type="datetime1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890EC6-7F4E-CA43-6665-BC8E5A2DB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91AA77-2480-F1F4-02DF-85939E4E3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B2448-39F1-41C3-93CC-0BCFBA066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70851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5C54B36-DCD0-D225-C0E1-F938E86A3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8711EAA-AEC0-75CD-7569-EFB099E31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EAE0FB-4C19-53B1-068E-48EB2BAA8A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B511B-68BC-4B37-B015-91E59E54F1D2}" type="datetime1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600719-6222-9E25-5780-92123F4FB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E7BD5E-B027-89D8-63BE-1199F623AF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B2448-39F1-41C3-93CC-0BCFBA066B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786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1"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jpeg"/><Relationship Id="rId6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root.cern/install/dependencies/" TargetMode="External"/><Relationship Id="rId4" Type="http://schemas.openxmlformats.org/officeDocument/2006/relationships/hyperlink" Target="https://root.cern/releases/release-64002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root.cern/install/dependencies/" TargetMode="External"/><Relationship Id="rId4" Type="http://schemas.openxmlformats.org/officeDocument/2006/relationships/hyperlink" Target="https://root.cern/releases/release-64002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visualstudio.microsoft.com/ja/" TargetMode="External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root.cern/releases/release-64002/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root.cern/releases/release-64002/" TargetMode="External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root.cern.ch/doc/master/classTFile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pkgs.org/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root.cern/install/all_releas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958FE0-5A90-13DB-ED1E-7B1473EAD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957" y="1580414"/>
            <a:ext cx="10628086" cy="1689552"/>
          </a:xfrm>
        </p:spPr>
        <p:txBody>
          <a:bodyPr anchor="b">
            <a:normAutofit/>
          </a:bodyPr>
          <a:lstStyle/>
          <a:p>
            <a:r>
              <a:rPr lang="en-US"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ROOTで解析してみよう</a:t>
            </a:r>
            <a:br>
              <a:rPr kumimoji="1" lang="en-GB"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kumimoji="1" lang="en-GB" sz="24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8B2C187-8EAE-7808-65A7-6C6D5AB32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618" y="3892323"/>
            <a:ext cx="10904764" cy="2464019"/>
          </a:xfrm>
        </p:spPr>
        <p:txBody>
          <a:bodyPr>
            <a:normAutofit/>
          </a:bodyPr>
          <a:lstStyle/>
          <a:p>
            <a:endParaRPr lang="en-US" altLang="ja-JP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ja-JP" alt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サマーチャレンジ</a:t>
            </a:r>
            <a:r>
              <a:rPr lang="en-US" altLang="ja-JP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2026 </a:t>
            </a:r>
            <a:r>
              <a:rPr lang="ja-JP" alt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演習</a:t>
            </a:r>
            <a:r>
              <a:rPr lang="en-US" altLang="ja-JP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#10</a:t>
            </a:r>
          </a:p>
          <a:p>
            <a:r>
              <a:rPr lang="ja-JP" alt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ミューオンの寿命測定と歳差運動</a:t>
            </a:r>
            <a:endParaRPr lang="en-US" altLang="ja-JP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ja-JP" alt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九州大学　素粒子実験研究室</a:t>
            </a:r>
            <a:endParaRPr lang="en-US" altLang="ja-JP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ja-JP" alt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文責：久戸瀬太一、五島征一朗</a:t>
            </a:r>
            <a:endParaRPr lang="en-GB" altLang="ja-JP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4185D38-E711-DA35-9171-A7213EB6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</a:t>
            </a:r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A2211C0-DEDE-E6EB-4C0C-1D20622D0232}"/>
              </a:ext>
            </a:extLst>
          </p:cNvPr>
          <p:cNvCxnSpPr>
            <a:cxnSpLocks/>
          </p:cNvCxnSpPr>
          <p:nvPr/>
        </p:nvCxnSpPr>
        <p:spPr>
          <a:xfrm>
            <a:off x="573315" y="3429000"/>
            <a:ext cx="110453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63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DABEE-6F26-A0A6-E36F-51405A07A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2538F7-DE78-B16E-14FA-492318A57F0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705600"/>
          </a:xfrm>
          <a:prstGeom prst="rect">
            <a:avLst/>
          </a:prstGeom>
          <a:solidFill>
            <a:schemeClr val="accent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ROOT</a:t>
            </a:r>
            <a:r>
              <a:rPr kumimoji="1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源柔ゴシック Regular" panose="020B0302020203020207" pitchFamily="50" charset="-128"/>
              </a:rPr>
              <a:t>とは？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7B7741-1F91-9D1B-A53D-6F3895A7B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504D721-700A-5982-0C9C-7D974DC6CAC5}"/>
              </a:ext>
            </a:extLst>
          </p:cNvPr>
          <p:cNvSpPr txBox="1"/>
          <p:nvPr/>
        </p:nvSpPr>
        <p:spPr>
          <a:xfrm>
            <a:off x="814773" y="1201528"/>
            <a:ext cx="10562453" cy="50536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欧州原子核研究機構（</a:t>
            </a:r>
            <a:r>
              <a:rPr lang="en-US" altLang="ja-JP" sz="1600"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CERN</a:t>
            </a:r>
            <a:r>
              <a:rPr lang="ja-JP" altLang="en-US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）が開発した解析ソフトウェア・ライブラリ群</a:t>
            </a:r>
            <a:endParaRPr lang="en-US" altLang="ja-JP" sz="16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独自のデータ構造を持ち、</a:t>
            </a:r>
            <a:r>
              <a:rPr lang="ja-JP" altLang="en-US" sz="1600" b="1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多イベント・多変数</a:t>
            </a:r>
            <a:r>
              <a:rPr lang="ja-JP" altLang="en-US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の処理に強い</a:t>
            </a:r>
            <a:endParaRPr lang="en-US" altLang="ja-JP" sz="16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素粒子・原子核・宇宙（素核宇）など、高エネルギー分野での標準的な解析ツール</a:t>
            </a:r>
            <a:endParaRPr lang="en-US" altLang="ja-JP" sz="16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pPr>
              <a:lnSpc>
                <a:spcPct val="150000"/>
              </a:lnSpc>
            </a:pPr>
            <a:endParaRPr lang="en-US" altLang="ja-JP" sz="16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600" u="sng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以下の環境で動作</a:t>
            </a:r>
            <a:endParaRPr lang="en-US" altLang="ja-JP" sz="1600" u="sng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pPr>
              <a:lnSpc>
                <a:spcPct val="130000"/>
              </a:lnSpc>
            </a:pPr>
            <a:r>
              <a:rPr lang="ja-JP" altLang="en-US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・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Linux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（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WSL2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でも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OK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）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30000"/>
              </a:lnSpc>
            </a:pP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・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macOS 14 Sonoma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以降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・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Windows</a:t>
            </a:r>
            <a:endParaRPr lang="en-US" altLang="ja-JP" sz="16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r>
              <a:rPr lang="ja-JP" altLang="en-US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　</a:t>
            </a:r>
            <a:r>
              <a:rPr lang="ja-JP" altLang="en-US" sz="14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→</a:t>
            </a:r>
            <a:r>
              <a:rPr lang="en-US" altLang="ja-JP" sz="14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 </a:t>
            </a:r>
            <a:r>
              <a:rPr lang="ja-JP" altLang="en-US" sz="14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こだわりがなければ</a:t>
            </a:r>
            <a:r>
              <a:rPr lang="en-US" altLang="ja-JP" sz="14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WSL2</a:t>
            </a:r>
            <a:r>
              <a:rPr lang="ja-JP" altLang="en-US" sz="14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を推奨</a:t>
            </a:r>
            <a:endParaRPr lang="en-US" altLang="ja-JP" sz="14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endParaRPr lang="en-US" altLang="ja-JP" sz="14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endParaRPr lang="en-US" altLang="ja-JP" sz="14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ここでは</a:t>
            </a:r>
            <a:r>
              <a:rPr lang="en-US" altLang="ja-JP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2</a:t>
            </a:r>
            <a:r>
              <a:rPr lang="ja-JP" altLang="en-US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通りの導入方法を紹介：</a:t>
            </a:r>
            <a:endParaRPr lang="en-US" altLang="ja-JP" sz="16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①</a:t>
            </a:r>
            <a:r>
              <a:rPr lang="ja-JP" altLang="en-US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パッケージマネージャを利用する</a:t>
            </a:r>
            <a:endParaRPr lang="en-US" altLang="ja-JP" sz="16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②</a:t>
            </a:r>
            <a:r>
              <a:rPr lang="ja-JP" altLang="en-US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ビルド済みバイナリをダウンロードする</a:t>
            </a:r>
            <a:endParaRPr lang="en-US" altLang="ja-JP" sz="16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endParaRPr lang="en-US" altLang="ja-JP" sz="10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endParaRPr lang="en-US" altLang="ja-JP" sz="10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r>
              <a:rPr lang="en-US" altLang="ja-JP" sz="10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*</a:t>
            </a:r>
            <a:r>
              <a:rPr lang="ja-JP" altLang="en-US" sz="10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オープンソースソフトウェアなので、上級者は</a:t>
            </a:r>
            <a:r>
              <a:rPr lang="en-US" altLang="ja-JP" sz="10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git clone</a:t>
            </a:r>
            <a:r>
              <a:rPr lang="ja-JP" altLang="en-US" sz="10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してもよい</a:t>
            </a:r>
            <a:endParaRPr lang="en-US" altLang="ja-JP" sz="10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</p:txBody>
      </p:sp>
      <p:pic>
        <p:nvPicPr>
          <p:cNvPr id="5" name="図 4" descr="ROOTUsersGuide">
            <a:extLst>
              <a:ext uri="{FF2B5EF4-FFF2-40B4-BE49-F238E27FC236}">
                <a16:creationId xmlns:a16="http://schemas.microsoft.com/office/drawing/2014/main" id="{67BF31F3-CFA9-E5C8-DD0A-CE653C06C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079" y="878434"/>
            <a:ext cx="3028507" cy="861770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78859B8-831B-6A78-D498-8F72F4508D42}"/>
                  </a:ext>
                </a:extLst>
              </p:cNvPr>
              <p:cNvSpPr txBox="1"/>
              <p:nvPr/>
            </p:nvSpPr>
            <p:spPr>
              <a:xfrm>
                <a:off x="9125859" y="6107727"/>
                <a:ext cx="2820623" cy="4843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en-US" altLang="ja-JP" sz="900">
                    <a:latin typeface="Segoe UI" panose="020B0502040204020203" pitchFamily="34" charset="0"/>
                    <a:cs typeface="Segoe UI" panose="020B0502040204020203" pitchFamily="34" charset="0"/>
                  </a:rPr>
                  <a:t>ATLAS</a:t>
                </a:r>
                <a:r>
                  <a:rPr kumimoji="1" lang="ja-JP" altLang="en-US" sz="900">
                    <a:latin typeface="Segoe UI" panose="020B0502040204020203" pitchFamily="34" charset="0"/>
                    <a:cs typeface="Segoe UI" panose="020B0502040204020203" pitchFamily="34" charset="0"/>
                  </a:rPr>
                  <a:t>実験による</a:t>
                </a:r>
                <a:r>
                  <a:rPr kumimoji="1" lang="en-US" altLang="ja-JP" sz="9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900" b="0" i="1" smtClean="0">
                        <a:latin typeface="Cambria Math" panose="02040503050406030204" pitchFamily="18" charset="0"/>
                        <a:cs typeface="源柔ゴシック Regular" panose="020B0302020203020207" pitchFamily="50" charset="-128"/>
                      </a:rPr>
                      <m:t>𝐻</m:t>
                    </m:r>
                    <m:r>
                      <a:rPr kumimoji="1" lang="en-US" altLang="ja-JP" sz="900" b="0" i="1" smtClean="0">
                        <a:latin typeface="Cambria Math" panose="02040503050406030204" pitchFamily="18" charset="0"/>
                        <a:cs typeface="源柔ゴシック Regular" panose="020B0302020203020207" pitchFamily="50" charset="-128"/>
                      </a:rPr>
                      <m:t>→</m:t>
                    </m:r>
                    <m:r>
                      <a:rPr kumimoji="1" lang="en-US" altLang="ja-JP" sz="900" b="0" i="1" smtClean="0">
                        <a:latin typeface="Cambria Math" panose="02040503050406030204" pitchFamily="18" charset="0"/>
                        <a:cs typeface="源柔ゴシック Regular" panose="020B0302020203020207" pitchFamily="50" charset="-128"/>
                      </a:rPr>
                      <m:t>𝛾𝛾</m:t>
                    </m:r>
                  </m:oMath>
                </a14:m>
                <a:r>
                  <a:rPr kumimoji="1" lang="en-US" altLang="ja-JP" sz="9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kumimoji="1" lang="ja-JP" altLang="en-US" sz="900">
                    <a:latin typeface="Segoe UI" panose="020B0502040204020203" pitchFamily="34" charset="0"/>
                    <a:cs typeface="Segoe UI" panose="020B0502040204020203" pitchFamily="34" charset="0"/>
                  </a:rPr>
                  <a:t>候補事象の不変質量分布</a:t>
                </a:r>
                <a:r>
                  <a:rPr kumimoji="1" lang="en-US" altLang="ja-JP" sz="900">
                    <a:latin typeface="Segoe UI" panose="020B0502040204020203" pitchFamily="34" charset="0"/>
                    <a:cs typeface="Segoe UI" panose="020B0502040204020203" pitchFamily="34" charset="0"/>
                  </a:rPr>
                  <a:t>[2]</a:t>
                </a:r>
                <a:r>
                  <a:rPr kumimoji="1" lang="ja-JP" altLang="en-US" sz="900">
                    <a:latin typeface="Segoe UI" panose="020B0502040204020203" pitchFamily="34" charset="0"/>
                    <a:cs typeface="Segoe UI" panose="020B0502040204020203" pitchFamily="34" charset="0"/>
                  </a:rPr>
                  <a:t>。</a:t>
                </a:r>
                <a:r>
                  <a:rPr kumimoji="1" lang="en-US" altLang="ja-JP" sz="900">
                    <a:latin typeface="Segoe UI" panose="020B0502040204020203" pitchFamily="34" charset="0"/>
                    <a:cs typeface="Segoe UI" panose="020B0502040204020203" pitchFamily="34" charset="0"/>
                  </a:rPr>
                  <a:t>126.5 GeV </a:t>
                </a:r>
                <a:r>
                  <a:rPr kumimoji="1" lang="ja-JP" altLang="en-US" sz="900">
                    <a:latin typeface="Segoe UI" panose="020B0502040204020203" pitchFamily="34" charset="0"/>
                    <a:cs typeface="Segoe UI" panose="020B0502040204020203" pitchFamily="34" charset="0"/>
                  </a:rPr>
                  <a:t>付近に背景から有意な超過が見られる</a:t>
                </a:r>
                <a:r>
                  <a:rPr lang="ja-JP" altLang="en-US" sz="900">
                    <a:latin typeface="Segoe UI" panose="020B0502040204020203" pitchFamily="34" charset="0"/>
                    <a:cs typeface="Segoe UI" panose="020B0502040204020203" pitchFamily="34" charset="0"/>
                  </a:rPr>
                  <a:t>。</a:t>
                </a:r>
                <a:r>
                  <a:rPr lang="en-US" altLang="ja-JP" sz="900">
                    <a:latin typeface="Segoe UI" panose="020B0502040204020203" pitchFamily="34" charset="0"/>
                    <a:cs typeface="Segoe UI" panose="020B0502040204020203" pitchFamily="34" charset="0"/>
                  </a:rPr>
                  <a:t>Higgs</a:t>
                </a:r>
                <a:r>
                  <a:rPr lang="ja-JP" altLang="en-US" sz="900">
                    <a:latin typeface="Segoe UI" panose="020B0502040204020203" pitchFamily="34" charset="0"/>
                    <a:cs typeface="Segoe UI" panose="020B0502040204020203" pitchFamily="34" charset="0"/>
                  </a:rPr>
                  <a:t>粒子発見の決定打。</a:t>
                </a:r>
                <a:endParaRPr kumimoji="1" lang="en-US" altLang="ja-JP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78859B8-831B-6A78-D498-8F72F4508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5859" y="6107727"/>
                <a:ext cx="2820623" cy="484300"/>
              </a:xfrm>
              <a:prstGeom prst="rect">
                <a:avLst/>
              </a:prstGeom>
              <a:blipFill>
                <a:blip r:embed="rId4"/>
                <a:stretch>
                  <a:fillRect l="-2592" t="-6329" r="-6695" b="-13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0A85F7A-7CE4-5852-D625-15A2FD56CA1A}"/>
              </a:ext>
            </a:extLst>
          </p:cNvPr>
          <p:cNvSpPr txBox="1">
            <a:spLocks/>
          </p:cNvSpPr>
          <p:nvPr/>
        </p:nvSpPr>
        <p:spPr>
          <a:xfrm>
            <a:off x="5000918" y="6100322"/>
            <a:ext cx="3944028" cy="4843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900">
                <a:latin typeface="Segoe UI" panose="020B0502040204020203" pitchFamily="34" charset="0"/>
                <a:cs typeface="Segoe UI" panose="020B0502040204020203" pitchFamily="34" charset="0"/>
              </a:rPr>
              <a:t>pp</a:t>
            </a:r>
            <a:r>
              <a:rPr kumimoji="1" lang="ja-JP" altLang="en-US" sz="900">
                <a:latin typeface="Segoe UI" panose="020B0502040204020203" pitchFamily="34" charset="0"/>
                <a:cs typeface="Segoe UI" panose="020B0502040204020203" pitchFamily="34" charset="0"/>
              </a:rPr>
              <a:t>衝突で生じた荷電粒子を運動量、エネルギー損失についてプロットしたもの。実線は理論曲線、ヒートマップは各</a:t>
            </a:r>
            <a:r>
              <a:rPr kumimoji="1" lang="en-US" altLang="ja-JP" sz="900">
                <a:latin typeface="Segoe UI" panose="020B0502040204020203" pitchFamily="34" charset="0"/>
                <a:cs typeface="Segoe UI" panose="020B0502040204020203" pitchFamily="34" charset="0"/>
              </a:rPr>
              <a:t>(p, </a:t>
            </a:r>
            <a:r>
              <a:rPr kumimoji="1" lang="en-US" altLang="ja-JP" sz="900" err="1">
                <a:latin typeface="Segoe UI" panose="020B0502040204020203" pitchFamily="34" charset="0"/>
                <a:cs typeface="Segoe UI" panose="020B0502040204020203" pitchFamily="34" charset="0"/>
              </a:rPr>
              <a:t>dE</a:t>
            </a:r>
            <a:r>
              <a:rPr kumimoji="1" lang="en-US" altLang="ja-JP" sz="900">
                <a:latin typeface="Segoe UI" panose="020B0502040204020203" pitchFamily="34" charset="0"/>
                <a:cs typeface="Segoe UI" panose="020B0502040204020203" pitchFamily="34" charset="0"/>
              </a:rPr>
              <a:t>/dx)</a:t>
            </a:r>
            <a:r>
              <a:rPr kumimoji="1" lang="ja-JP" altLang="en-US" sz="900">
                <a:latin typeface="Segoe UI" panose="020B0502040204020203" pitchFamily="34" charset="0"/>
                <a:cs typeface="Segoe UI" panose="020B0502040204020203" pitchFamily="34" charset="0"/>
              </a:rPr>
              <a:t>で観測された</a:t>
            </a:r>
            <a:r>
              <a:rPr lang="ja-JP" altLang="en-US" sz="900">
                <a:latin typeface="Segoe UI" panose="020B0502040204020203" pitchFamily="34" charset="0"/>
                <a:cs typeface="Segoe UI" panose="020B0502040204020203" pitchFamily="34" charset="0"/>
              </a:rPr>
              <a:t>荷電粒子数を表す。粒子ごとに異なる帯構造を作り、識別が可能である。</a:t>
            </a:r>
            <a:endParaRPr kumimoji="1" lang="en-US" altLang="ja-JP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B5ADA2E-FAEE-CC4B-BFAD-AC5825AA6826}"/>
              </a:ext>
            </a:extLst>
          </p:cNvPr>
          <p:cNvSpPr txBox="1"/>
          <p:nvPr/>
        </p:nvSpPr>
        <p:spPr>
          <a:xfrm>
            <a:off x="6879738" y="3003148"/>
            <a:ext cx="2083904" cy="2847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ja-JP" sz="1400" b="1">
                <a:latin typeface="Segoe UI" panose="020B0502040204020203" pitchFamily="34" charset="0"/>
                <a:cs typeface="Segoe UI" panose="020B0502040204020203" pitchFamily="34" charset="0"/>
              </a:rPr>
              <a:t>ROOT</a:t>
            </a:r>
            <a:r>
              <a:rPr kumimoji="1" lang="ja-JP" altLang="en-US" sz="1400" b="1">
                <a:latin typeface="+mn-ea"/>
                <a:cs typeface="源柔ゴシック Regular" panose="020B0302020203020207" pitchFamily="50" charset="-128"/>
              </a:rPr>
              <a:t>を使った解析例↓→</a:t>
            </a: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855CB763-B95B-AC3E-E30A-F4A27D0728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918" y="3417090"/>
            <a:ext cx="3944028" cy="26832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B2A285E5-FF5F-0A3C-D76E-69B867B756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5859" y="1845931"/>
            <a:ext cx="2820623" cy="426001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27452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D485C-E68A-CD98-1C0C-775D97CF3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5EAEC5-FB25-898C-3B25-798E5825CF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705600"/>
          </a:xfrm>
          <a:prstGeom prst="rect">
            <a:avLst/>
          </a:prstGeom>
          <a:solidFill>
            <a:schemeClr val="accent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【</a:t>
            </a:r>
            <a:r>
              <a:rPr lang="ja-JP" altLang="en-US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準備</a:t>
            </a:r>
            <a:r>
              <a:rPr lang="en-US" altLang="ja-JP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】WSL</a:t>
            </a:r>
            <a:r>
              <a:rPr lang="en-US" altLang="ja-JP"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  <a:r>
              <a:rPr lang="ja-JP" altLang="en-US"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の導入（</a:t>
            </a:r>
            <a:r>
              <a:rPr lang="en-US" altLang="ja-JP"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Windows</a:t>
            </a:r>
            <a:r>
              <a:rPr lang="ja-JP" altLang="en-US"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ユーザ向け）</a:t>
            </a:r>
            <a:endParaRPr kumimoji="1" lang="ja-JP" altLang="en-US" sz="2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源柔ゴシック Regular" panose="020B0302020203020207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2AEBAB9-B396-61CB-B642-7AD0A2CB8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2F6A632-DFA6-88CD-C007-648A65E39A26}"/>
              </a:ext>
            </a:extLst>
          </p:cNvPr>
          <p:cNvSpPr txBox="1"/>
          <p:nvPr/>
        </p:nvSpPr>
        <p:spPr>
          <a:xfrm>
            <a:off x="814773" y="1060010"/>
            <a:ext cx="10598898" cy="54995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600">
                <a:solidFill>
                  <a:schemeClr val="accent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源柔ゴシック Regular" panose="020B0302020203020207" pitchFamily="50" charset="-128"/>
              </a:rPr>
              <a:t>W</a:t>
            </a:r>
            <a:r>
              <a:rPr lang="en-US" altLang="ja-JP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indows </a:t>
            </a:r>
            <a:r>
              <a:rPr lang="en-US" altLang="ja-JP" sz="1600">
                <a:solidFill>
                  <a:schemeClr val="accent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源柔ゴシック Regular" panose="020B0302020203020207" pitchFamily="50" charset="-128"/>
              </a:rPr>
              <a:t>S</a:t>
            </a:r>
            <a:r>
              <a:rPr lang="en-US" altLang="ja-JP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ubsystem for </a:t>
            </a:r>
            <a:r>
              <a:rPr lang="en-US" altLang="ja-JP" sz="1600">
                <a:solidFill>
                  <a:schemeClr val="accent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源柔ゴシック Regular" panose="020B0302020203020207" pitchFamily="50" charset="-128"/>
              </a:rPr>
              <a:t>L</a:t>
            </a:r>
            <a:r>
              <a:rPr lang="en-US" altLang="ja-JP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inux </a:t>
            </a:r>
            <a:r>
              <a:rPr lang="en-US" altLang="ja-JP" sz="1600">
                <a:solidFill>
                  <a:schemeClr val="accent2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源柔ゴシック Regular" panose="020B0302020203020207" pitchFamily="50" charset="-128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ja-JP" altLang="en-US" sz="1600">
                <a:latin typeface="Segoe UI Black" panose="020B0A02040204020203" pitchFamily="34" charset="0"/>
                <a:ea typeface="Segoe UI Black" panose="020B0A02040204020203" pitchFamily="34" charset="0"/>
                <a:cs typeface="源柔ゴシック Regular" panose="020B0302020203020207" pitchFamily="50" charset="-128"/>
              </a:rPr>
              <a:t>・・・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Windows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上で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Linux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環境を動かす、仮想環境</a:t>
            </a:r>
            <a:endParaRPr lang="en-US" altLang="ja-JP" sz="16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ターミナル（管理者）を起動する（　を右クリック）</a:t>
            </a:r>
            <a:endParaRPr lang="en-US" altLang="ja-JP" sz="16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16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16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16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16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16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pPr>
              <a:lnSpc>
                <a:spcPct val="150000"/>
              </a:lnSpc>
            </a:pPr>
            <a:endParaRPr lang="en-US" altLang="ja-JP" sz="16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2"/>
            </a:pPr>
            <a:r>
              <a:rPr lang="en-US" altLang="ja-JP" sz="1600" err="1">
                <a:highlight>
                  <a:srgbClr val="C0C0C0"/>
                </a:highlight>
                <a:latin typeface="Consolas" panose="020B0609020204030204" pitchFamily="49" charset="0"/>
                <a:cs typeface="源柔ゴシック Regular" panose="020B0302020203020207" pitchFamily="50" charset="-128"/>
              </a:rPr>
              <a:t>wsl</a:t>
            </a:r>
            <a:r>
              <a:rPr lang="en-US" altLang="ja-JP" sz="1600">
                <a:highlight>
                  <a:srgbClr val="C0C0C0"/>
                </a:highlight>
                <a:latin typeface="Consolas" panose="020B0609020204030204" pitchFamily="49" charset="0"/>
                <a:cs typeface="源柔ゴシック Regular" panose="020B0302020203020207" pitchFamily="50" charset="-128"/>
              </a:rPr>
              <a:t> --install --distribution AlmaLinux-10</a:t>
            </a:r>
            <a:r>
              <a:rPr lang="ja-JP" altLang="en-US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を実行。</a:t>
            </a:r>
            <a:br>
              <a:rPr lang="en-US" altLang="ja-JP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</a:br>
            <a:r>
              <a:rPr lang="ja-JP" altLang="en-US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完了後、再起動する。</a:t>
            </a:r>
            <a:endParaRPr lang="en-US" altLang="ja-JP" sz="16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2"/>
            </a:pPr>
            <a:r>
              <a:rPr lang="ja-JP" altLang="en-US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ユーザ名とパスワードを求められるので、設定する。</a:t>
            </a:r>
            <a:br>
              <a:rPr lang="en-US" altLang="ja-JP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</a:br>
            <a:r>
              <a:rPr lang="ja-JP" altLang="en-US" sz="1600">
                <a:latin typeface="Segoe UI Symbol" panose="020B0502040204020203" pitchFamily="34" charset="0"/>
                <a:cs typeface="源柔ゴシック Regular" panose="020B0302020203020207" pitchFamily="50" charset="-128"/>
              </a:rPr>
              <a:t>パスワードはこの後使うので忘れないこと。</a:t>
            </a:r>
            <a:endParaRPr lang="en-US" altLang="ja-JP" sz="1600">
              <a:latin typeface="Segoe UI Symbol" panose="020B0502040204020203" pitchFamily="34" charset="0"/>
              <a:cs typeface="源柔ゴシック Regular" panose="020B0302020203020207" pitchFamily="50" charset="-128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2"/>
            </a:pPr>
            <a:r>
              <a:rPr lang="ja-JP" altLang="en-US" sz="1600">
                <a:highlight>
                  <a:srgbClr val="FFFFFF"/>
                </a:highlight>
                <a:latin typeface="Consolas" panose="020B0609020204030204" pitchFamily="49" charset="0"/>
                <a:cs typeface="源柔ゴシック Regular" panose="020B0302020203020207" pitchFamily="50" charset="-128"/>
              </a:rPr>
              <a:t>「</a:t>
            </a:r>
            <a:r>
              <a:rPr lang="en-US" altLang="ja-JP" sz="1600">
                <a:highlight>
                  <a:srgbClr val="C0C0C0"/>
                </a:highlight>
                <a:latin typeface="Consolas" panose="020B0609020204030204" pitchFamily="49" charset="0"/>
                <a:cs typeface="源柔ゴシック Regular" panose="020B0302020203020207" pitchFamily="50" charset="-128"/>
              </a:rPr>
              <a:t>Ctrl</a:t>
            </a:r>
            <a:r>
              <a:rPr lang="ja-JP" altLang="en-US" sz="1600">
                <a:latin typeface="Consolas" panose="020B0609020204030204" pitchFamily="49" charset="0"/>
                <a:cs typeface="源柔ゴシック Regular" panose="020B0302020203020207" pitchFamily="50" charset="-128"/>
              </a:rPr>
              <a:t> </a:t>
            </a:r>
            <a:r>
              <a:rPr lang="en-US" altLang="ja-JP" sz="1600">
                <a:latin typeface="Consolas" panose="020B0609020204030204" pitchFamily="49" charset="0"/>
                <a:cs typeface="源柔ゴシック Regular" panose="020B0302020203020207" pitchFamily="50" charset="-128"/>
              </a:rPr>
              <a:t>+ </a:t>
            </a:r>
            <a:r>
              <a:rPr lang="en-US" altLang="ja-JP" sz="1600">
                <a:highlight>
                  <a:srgbClr val="C0C0C0"/>
                </a:highlight>
                <a:latin typeface="Consolas" panose="020B0609020204030204" pitchFamily="49" charset="0"/>
                <a:cs typeface="源柔ゴシック Regular" panose="020B0302020203020207" pitchFamily="50" charset="-128"/>
              </a:rPr>
              <a:t>,</a:t>
            </a:r>
            <a:r>
              <a:rPr lang="en-US" altLang="ja-JP" sz="1600">
                <a:latin typeface="Consolas" panose="020B0609020204030204" pitchFamily="49" charset="0"/>
                <a:cs typeface="源柔ゴシック Regular" panose="020B0302020203020207" pitchFamily="50" charset="-128"/>
              </a:rPr>
              <a:t>&gt;</a:t>
            </a:r>
            <a:r>
              <a:rPr lang="ja-JP" altLang="en-US" sz="1600">
                <a:latin typeface="Consolas" panose="020B0609020204030204" pitchFamily="49" charset="0"/>
                <a:cs typeface="源柔ゴシック Regular" panose="020B0302020203020207" pitchFamily="50" charset="-128"/>
              </a:rPr>
              <a:t>プロファイル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&gt;(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使用している</a:t>
            </a:r>
            <a:r>
              <a:rPr lang="en-US" altLang="ja-JP" sz="1600" err="1">
                <a:latin typeface="Segoe UI" panose="020B0502040204020203" pitchFamily="34" charset="0"/>
                <a:cs typeface="Segoe UI" panose="020B0502040204020203" pitchFamily="34" charset="0"/>
              </a:rPr>
              <a:t>LinuxOS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)&gt;</a:t>
            </a:r>
            <a:r>
              <a:rPr lang="ja-JP" altLang="en-US" sz="1600">
                <a:latin typeface="Consolas" panose="020B0609020204030204" pitchFamily="49" charset="0"/>
                <a:cs typeface="源柔ゴシック Regular" panose="020B0302020203020207" pitchFamily="50" charset="-128"/>
              </a:rPr>
              <a:t>開始ディレクトリ」の「親プロセス ディレクトリの使用」からチェックを外し、</a:t>
            </a:r>
            <a:r>
              <a:rPr lang="en-US" altLang="ja-JP" sz="1600">
                <a:highlight>
                  <a:srgbClr val="C0C0C0"/>
                </a:highlight>
                <a:latin typeface="Consolas" panose="020B0609020204030204" pitchFamily="49" charset="0"/>
                <a:cs typeface="源柔ゴシック Regular" panose="020B0302020203020207" pitchFamily="50" charset="-128"/>
              </a:rPr>
              <a:t>~</a:t>
            </a:r>
            <a:r>
              <a:rPr lang="ja-JP" altLang="en-US" sz="1600">
                <a:latin typeface="Consolas" panose="020B0609020204030204" pitchFamily="49" charset="0"/>
                <a:cs typeface="源柔ゴシック Regular" panose="020B0302020203020207" pitchFamily="50" charset="-128"/>
              </a:rPr>
              <a:t>に設定・保存する。またターミナルで</a:t>
            </a:r>
            <a:r>
              <a:rPr lang="en-US" altLang="ja-JP" sz="1600">
                <a:highlight>
                  <a:srgbClr val="C0C0C0"/>
                </a:highlight>
                <a:latin typeface="Consolas" panose="020B0609020204030204" pitchFamily="49" charset="0"/>
                <a:cs typeface="源柔ゴシック Regular" panose="020B0302020203020207" pitchFamily="50" charset="-128"/>
              </a:rPr>
              <a:t>cd ~</a:t>
            </a:r>
            <a:r>
              <a:rPr lang="ja-JP" altLang="en-US" sz="1600">
                <a:latin typeface="Consolas" panose="020B0609020204030204" pitchFamily="49" charset="0"/>
                <a:cs typeface="源柔ゴシック Regular" panose="020B0302020203020207" pitchFamily="50" charset="-128"/>
              </a:rPr>
              <a:t>を実行する。</a:t>
            </a:r>
            <a:endParaRPr lang="en-US" altLang="ja-JP" sz="1600">
              <a:latin typeface="Consolas" panose="020B0609020204030204" pitchFamily="49" charset="0"/>
              <a:cs typeface="源柔ゴシック Regular" panose="020B0302020203020207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F64264B-0578-683B-EC3F-8B0EB4F61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401" y="2140918"/>
            <a:ext cx="868227" cy="2037054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040D8242-1A67-4BFF-DAEC-7679A7CA05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92" t="7149" r="1"/>
          <a:stretch>
            <a:fillRect/>
          </a:stretch>
        </p:blipFill>
        <p:spPr>
          <a:xfrm>
            <a:off x="4413069" y="1895285"/>
            <a:ext cx="209906" cy="211183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C108451D-7AB5-4CAC-A055-32C80DB5A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5058" y="2140918"/>
            <a:ext cx="3907275" cy="2037054"/>
          </a:xfrm>
          <a:prstGeom prst="rect">
            <a:avLst/>
          </a:prstGeom>
        </p:spPr>
      </p:pic>
      <p:sp>
        <p:nvSpPr>
          <p:cNvPr id="14" name="四角形: 上の 2 つの角を丸める 13">
            <a:extLst>
              <a:ext uri="{FF2B5EF4-FFF2-40B4-BE49-F238E27FC236}">
                <a16:creationId xmlns:a16="http://schemas.microsoft.com/office/drawing/2014/main" id="{41F7B417-1127-983A-48D1-382E9F68A0D5}"/>
              </a:ext>
            </a:extLst>
          </p:cNvPr>
          <p:cNvSpPr/>
          <p:nvPr/>
        </p:nvSpPr>
        <p:spPr>
          <a:xfrm>
            <a:off x="7468240" y="1215492"/>
            <a:ext cx="3820246" cy="293072"/>
          </a:xfrm>
          <a:prstGeom prst="round2SameRect">
            <a:avLst>
              <a:gd name="adj1" fmla="val 19179"/>
              <a:gd name="adj2" fmla="val 0"/>
            </a:avLst>
          </a:prstGeom>
          <a:solidFill>
            <a:srgbClr val="FFF6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 anchorCtr="1">
            <a:spAutoFit/>
          </a:bodyPr>
          <a:lstStyle/>
          <a:p>
            <a:pPr algn="ctr"/>
            <a:r>
              <a:rPr lang="en-US" altLang="ja-JP" sz="1200">
                <a:solidFill>
                  <a:sysClr val="windowText" lastClr="000000"/>
                </a:solidFill>
              </a:rPr>
              <a:t>Tips</a:t>
            </a:r>
            <a:r>
              <a:rPr kumimoji="1" lang="ja-JP" altLang="en-US" sz="1200">
                <a:solidFill>
                  <a:sysClr val="windowText" lastClr="000000"/>
                </a:solidFill>
              </a:rPr>
              <a:t>：ディストリビューションの指定</a:t>
            </a:r>
            <a:endParaRPr kumimoji="1" lang="en-GB" sz="1200">
              <a:solidFill>
                <a:sysClr val="windowText" lastClr="000000"/>
              </a:solidFill>
            </a:endParaRPr>
          </a:p>
        </p:txBody>
      </p:sp>
      <p:sp>
        <p:nvSpPr>
          <p:cNvPr id="16" name="四角形: 上の 2 つの角を丸める 15">
            <a:extLst>
              <a:ext uri="{FF2B5EF4-FFF2-40B4-BE49-F238E27FC236}">
                <a16:creationId xmlns:a16="http://schemas.microsoft.com/office/drawing/2014/main" id="{DB8608C6-B21C-E8B3-D34F-B67CEFA9ECE0}"/>
              </a:ext>
            </a:extLst>
          </p:cNvPr>
          <p:cNvSpPr/>
          <p:nvPr/>
        </p:nvSpPr>
        <p:spPr>
          <a:xfrm rot="10800000" flipV="1">
            <a:off x="7468240" y="1502941"/>
            <a:ext cx="3819904" cy="1322271"/>
          </a:xfrm>
          <a:prstGeom prst="round2SameRect">
            <a:avLst>
              <a:gd name="adj1" fmla="val 0"/>
              <a:gd name="adj2" fmla="val 445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kumimoji="1" lang="en-GB" sz="1200">
                <a:solidFill>
                  <a:sysClr val="windowText" lastClr="000000"/>
                </a:solidFill>
                <a:highlight>
                  <a:srgbClr val="C0C0C0"/>
                </a:highlight>
                <a:latin typeface="Consolas" panose="020B0609020204030204" pitchFamily="49" charset="0"/>
                <a:cs typeface="Segoe UI" panose="020B0502040204020203" pitchFamily="34" charset="0"/>
              </a:rPr>
              <a:t>--distribution</a:t>
            </a:r>
            <a:r>
              <a:rPr lang="ja-JP" altLang="en-US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以降を書かなければ</a:t>
            </a:r>
            <a:r>
              <a:rPr kumimoji="1" lang="ja-JP" altLang="en-US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、</a:t>
            </a:r>
            <a:r>
              <a:rPr kumimoji="1" lang="en-US" altLang="ja-JP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Ubuntu</a:t>
            </a:r>
            <a:r>
              <a:rPr kumimoji="1" lang="ja-JP" altLang="en-US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がインストールされる。世界シェアでは</a:t>
            </a:r>
            <a:r>
              <a:rPr kumimoji="1" lang="en-US" altLang="ja-JP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Ubuntu</a:t>
            </a:r>
            <a:r>
              <a:rPr kumimoji="1" lang="ja-JP" altLang="en-US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が多数を占めるが、自然科学分野では</a:t>
            </a:r>
            <a:r>
              <a:rPr kumimoji="1" lang="en-US" altLang="ja-JP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CentOS</a:t>
            </a:r>
            <a:r>
              <a:rPr kumimoji="1" lang="ja-JP" altLang="en-US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（サポート終了）や</a:t>
            </a:r>
            <a:r>
              <a:rPr kumimoji="1" lang="en-US" altLang="ja-JP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AlmaLinux</a:t>
            </a:r>
            <a:r>
              <a:rPr kumimoji="1" lang="ja-JP" altLang="en-US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が主流である。</a:t>
            </a:r>
            <a:r>
              <a:rPr kumimoji="1" lang="en-US" altLang="ja-JP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Ubuntu</a:t>
            </a:r>
            <a:r>
              <a:rPr kumimoji="1" lang="ja-JP" altLang="en-US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ユーザ向けの手順も併記するので、どちらを選んでもよい。</a:t>
            </a:r>
            <a:endParaRPr kumimoji="1" lang="en-US" altLang="ja-JP" sz="1200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四角形: 上の 2 つの角を丸める 4">
            <a:extLst>
              <a:ext uri="{FF2B5EF4-FFF2-40B4-BE49-F238E27FC236}">
                <a16:creationId xmlns:a16="http://schemas.microsoft.com/office/drawing/2014/main" id="{41D33577-7A3F-3CB4-26B0-695F5BDA81C3}"/>
              </a:ext>
            </a:extLst>
          </p:cNvPr>
          <p:cNvSpPr/>
          <p:nvPr/>
        </p:nvSpPr>
        <p:spPr>
          <a:xfrm>
            <a:off x="7468240" y="3287482"/>
            <a:ext cx="3820246" cy="293072"/>
          </a:xfrm>
          <a:prstGeom prst="round2SameRect">
            <a:avLst>
              <a:gd name="adj1" fmla="val 19179"/>
              <a:gd name="adj2" fmla="val 0"/>
            </a:avLst>
          </a:prstGeom>
          <a:solidFill>
            <a:srgbClr val="FFF6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 anchorCtr="1">
            <a:spAutoFit/>
          </a:bodyPr>
          <a:lstStyle/>
          <a:p>
            <a:pPr algn="ctr"/>
            <a:r>
              <a:rPr lang="en-US" altLang="ja-JP" sz="1200">
                <a:solidFill>
                  <a:sysClr val="windowText" lastClr="000000"/>
                </a:solidFill>
              </a:rPr>
              <a:t>Tips</a:t>
            </a:r>
            <a:r>
              <a:rPr lang="ja-JP" altLang="en-US" sz="1200">
                <a:solidFill>
                  <a:sysClr val="windowText" lastClr="000000"/>
                </a:solidFill>
              </a:rPr>
              <a:t>：④</a:t>
            </a:r>
            <a:r>
              <a:rPr kumimoji="1" lang="ja-JP" altLang="en-US" sz="1200">
                <a:solidFill>
                  <a:sysClr val="windowText" lastClr="000000"/>
                </a:solidFill>
              </a:rPr>
              <a:t>の解説</a:t>
            </a:r>
            <a:endParaRPr kumimoji="1" lang="en-GB" sz="1200">
              <a:solidFill>
                <a:sysClr val="windowText" lastClr="000000"/>
              </a:solidFill>
            </a:endParaRPr>
          </a:p>
        </p:txBody>
      </p:sp>
      <p:sp>
        <p:nvSpPr>
          <p:cNvPr id="6" name="四角形: 上の 2 つの角を丸める 5">
            <a:extLst>
              <a:ext uri="{FF2B5EF4-FFF2-40B4-BE49-F238E27FC236}">
                <a16:creationId xmlns:a16="http://schemas.microsoft.com/office/drawing/2014/main" id="{902530C5-91FC-B89F-2169-4807AFA41F73}"/>
              </a:ext>
            </a:extLst>
          </p:cNvPr>
          <p:cNvSpPr/>
          <p:nvPr/>
        </p:nvSpPr>
        <p:spPr>
          <a:xfrm rot="10800000" flipV="1">
            <a:off x="7468240" y="3574932"/>
            <a:ext cx="3819904" cy="1404630"/>
          </a:xfrm>
          <a:prstGeom prst="round2SameRect">
            <a:avLst>
              <a:gd name="adj1" fmla="val 0"/>
              <a:gd name="adj2" fmla="val 445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kumimoji="1" lang="en-US" altLang="ja-JP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Linux</a:t>
            </a:r>
            <a:r>
              <a:rPr kumimoji="1" lang="ja-JP" altLang="en-US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から見れば、</a:t>
            </a:r>
            <a:r>
              <a:rPr kumimoji="1" lang="en-US" altLang="ja-JP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</a:t>
            </a:r>
            <a:r>
              <a:rPr kumimoji="1" lang="ja-JP" altLang="en-US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ドライブは外部のファイルシステムである。</a:t>
            </a:r>
            <a:r>
              <a:rPr lang="ja-JP" altLang="en-US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管理方法の違いから読み書きには時間がかかるので、作業は</a:t>
            </a:r>
            <a:r>
              <a:rPr kumimoji="1" lang="en-US" altLang="ja-JP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Linux</a:t>
            </a:r>
            <a:r>
              <a:rPr kumimoji="1" lang="ja-JP" altLang="en-US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のホームディレクトリ</a:t>
            </a:r>
            <a:r>
              <a:rPr lang="ja-JP" altLang="en-US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「</a:t>
            </a:r>
            <a:r>
              <a:rPr lang="en-US" altLang="ja-JP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~</a:t>
            </a:r>
            <a:r>
              <a:rPr lang="ja-JP" altLang="en-US" sz="1200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」で行うことが推奨される。</a:t>
            </a:r>
            <a:endParaRPr lang="en-US" altLang="ja-JP" sz="1200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20000"/>
              </a:lnSpc>
            </a:pPr>
            <a:r>
              <a:rPr kumimoji="1" lang="en-US" sz="1200">
                <a:solidFill>
                  <a:sysClr val="windowText" lastClr="000000"/>
                </a:solidFill>
                <a:highlight>
                  <a:srgbClr val="C0C0C0"/>
                </a:highlight>
                <a:latin typeface="Consolas" panose="020B0609020204030204" pitchFamily="49" charset="0"/>
                <a:cs typeface="Segoe UI" panose="020B0502040204020203" pitchFamily="34" charset="0"/>
              </a:rPr>
              <a:t>cd</a:t>
            </a:r>
            <a:r>
              <a:rPr kumimoji="1" lang="ja-JP" altLang="en-US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は</a:t>
            </a:r>
            <a:r>
              <a:rPr lang="en-US" altLang="ja-JP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change directory</a:t>
            </a:r>
            <a:r>
              <a:rPr lang="ja-JP" altLang="en-US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の略で、</a:t>
            </a:r>
            <a:r>
              <a:rPr lang="en-US" altLang="ja-JP" sz="1200">
                <a:solidFill>
                  <a:sysClr val="windowText" lastClr="000000"/>
                </a:solidFill>
                <a:highlight>
                  <a:srgbClr val="C0C0C0"/>
                </a:highlight>
                <a:latin typeface="Consolas" panose="020B0609020204030204" pitchFamily="49" charset="0"/>
                <a:cs typeface="Segoe UI" panose="020B0502040204020203" pitchFamily="34" charset="0"/>
              </a:rPr>
              <a:t>cd ~</a:t>
            </a:r>
            <a:r>
              <a:rPr lang="ja-JP" altLang="en-US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は「</a:t>
            </a:r>
            <a:r>
              <a:rPr lang="en-US" altLang="ja-JP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~</a:t>
            </a:r>
            <a:r>
              <a:rPr lang="ja-JP" altLang="en-US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に移動せよ」と読める。</a:t>
            </a:r>
            <a:endParaRPr kumimoji="1" lang="en-GB" sz="1200">
              <a:solidFill>
                <a:sysClr val="windowText" lastClr="000000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41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628FA-A9E5-52E6-1084-FB0B7E620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639B50-FCCC-C64F-D69F-A5B383B5074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705600"/>
          </a:xfrm>
          <a:prstGeom prst="rect">
            <a:avLst/>
          </a:prstGeom>
          <a:solidFill>
            <a:schemeClr val="accent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【</a:t>
            </a:r>
            <a:r>
              <a:rPr lang="ja-JP" altLang="en-US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発展</a:t>
            </a:r>
            <a:r>
              <a:rPr lang="en-US" altLang="ja-JP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】Visual Studio Code</a:t>
            </a:r>
            <a:r>
              <a:rPr lang="ja-JP" altLang="en-US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を使ってみよう</a:t>
            </a:r>
            <a:endParaRPr kumimoji="1" lang="ja-JP" altLang="en-US" sz="2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源柔ゴシック Regular" panose="020B0302020203020207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38126F8-95E4-E319-D1CF-79347C29D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4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9170A57-4A11-6D15-03AC-A429008529D1}"/>
              </a:ext>
            </a:extLst>
          </p:cNvPr>
          <p:cNvSpPr txBox="1"/>
          <p:nvPr/>
        </p:nvSpPr>
        <p:spPr>
          <a:xfrm>
            <a:off x="814773" y="1060010"/>
            <a:ext cx="10598898" cy="51226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600" err="1">
                <a:latin typeface="Segoe UI" panose="020B0502040204020203" pitchFamily="34" charset="0"/>
                <a:cs typeface="Segoe UI" panose="020B0502040204020203" pitchFamily="34" charset="0"/>
              </a:rPr>
              <a:t>VSCode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を使えばコードの編集とターミナルの操作が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つのウィンドウで完結する。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ja-JP" sz="1600" b="1" u="sng">
                <a:latin typeface="Segoe UI" panose="020B0502040204020203" pitchFamily="34" charset="0"/>
                <a:cs typeface="Segoe UI" panose="020B0502040204020203" pitchFamily="34" charset="0"/>
              </a:rPr>
              <a:t>Linux / macOS / Windows</a:t>
            </a:r>
            <a:r>
              <a:rPr lang="ja-JP" altLang="en-US" sz="1600" b="1" u="sng">
                <a:latin typeface="Segoe UI" panose="020B0502040204020203" pitchFamily="34" charset="0"/>
                <a:cs typeface="Segoe UI" panose="020B0502040204020203" pitchFamily="34" charset="0"/>
              </a:rPr>
              <a:t>ユーザ</a:t>
            </a:r>
            <a:endParaRPr lang="en-US" altLang="ja-JP" sz="1600" b="1" u="sng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ja-JP" sz="1600" err="1">
                <a:latin typeface="Segoe UI" panose="020B0502040204020203" pitchFamily="34" charset="0"/>
                <a:cs typeface="Segoe UI" panose="020B0502040204020203" pitchFamily="34" charset="0"/>
              </a:rPr>
              <a:t>VSCode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を起動する。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「ターミナル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新しいターミナル」をクリック。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ウィンドウ下部でターミナルが起動する。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ja-JP" sz="16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cd ~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を実行し、ホームディレクトリに移動する。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ja-JP" sz="1600" b="1" u="sng">
                <a:latin typeface="Segoe UI" panose="020B0502040204020203" pitchFamily="34" charset="0"/>
                <a:cs typeface="Segoe UI" panose="020B0502040204020203" pitchFamily="34" charset="0"/>
              </a:rPr>
              <a:t>WSL2</a:t>
            </a:r>
            <a:r>
              <a:rPr lang="ja-JP" altLang="en-US" sz="1600" b="1" u="sng">
                <a:latin typeface="Segoe UI" panose="020B0502040204020203" pitchFamily="34" charset="0"/>
                <a:cs typeface="Segoe UI" panose="020B0502040204020203" pitchFamily="34" charset="0"/>
              </a:rPr>
              <a:t>ユーザ</a:t>
            </a:r>
            <a:endParaRPr lang="en-US" altLang="ja-JP" sz="1600" b="1" u="sng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ja-JP" sz="1600" err="1">
                <a:latin typeface="Segoe UI" panose="020B0502040204020203" pitchFamily="34" charset="0"/>
                <a:cs typeface="Segoe UI" panose="020B0502040204020203" pitchFamily="34" charset="0"/>
              </a:rPr>
              <a:t>VSCode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を起動する。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ウィンドウ左下の　をクリックし、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「ディストリビューションを使用して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WSL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に接続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…&gt;AlmaLinux-10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」を選択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「ターミナル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新しいターミナル」をクリック。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ウィンドウ下部でターミナルが起動する。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ja-JP" sz="16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cd ~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を実行し、ホームディレクトリに移動する。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23BD56DE-CF52-5D6C-D9F6-62AA4AB428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5" t="7469" r="19321" b="15715"/>
          <a:stretch>
            <a:fillRect/>
          </a:stretch>
        </p:blipFill>
        <p:spPr>
          <a:xfrm>
            <a:off x="2783172" y="4457076"/>
            <a:ext cx="189877" cy="2048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B9564F3E-C927-B83B-15E5-A75FFFBFAC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784" y="1748910"/>
            <a:ext cx="3857523" cy="6824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B5EE70BA-BEA4-14EB-2324-FC9B432170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48" r="28190" b="64338"/>
          <a:stretch>
            <a:fillRect/>
          </a:stretch>
        </p:blipFill>
        <p:spPr>
          <a:xfrm>
            <a:off x="8083784" y="4661942"/>
            <a:ext cx="3857526" cy="837481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7B697D8-04C0-9DDA-C11F-85D10C2B25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48" r="28190" b="31457"/>
          <a:stretch>
            <a:fillRect/>
          </a:stretch>
        </p:blipFill>
        <p:spPr>
          <a:xfrm>
            <a:off x="8083784" y="2998640"/>
            <a:ext cx="3857526" cy="1596957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80FD8A5-600A-F2A3-D0D5-83263DA4C21F}"/>
              </a:ext>
            </a:extLst>
          </p:cNvPr>
          <p:cNvSpPr txBox="1"/>
          <p:nvPr/>
        </p:nvSpPr>
        <p:spPr>
          <a:xfrm>
            <a:off x="9417830" y="5482612"/>
            <a:ext cx="1189429" cy="18069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ja-JP" sz="900">
                <a:latin typeface="Segoe UI" panose="020B0502040204020203" pitchFamily="34" charset="0"/>
                <a:cs typeface="Segoe UI" panose="020B0502040204020203" pitchFamily="34" charset="0"/>
              </a:rPr>
              <a:t>WSL2</a:t>
            </a:r>
            <a:r>
              <a:rPr kumimoji="1" lang="ja-JP" altLang="en-US" sz="900">
                <a:latin typeface="Segoe UI" panose="020B0502040204020203" pitchFamily="34" charset="0"/>
                <a:cs typeface="Segoe UI" panose="020B0502040204020203" pitchFamily="34" charset="0"/>
              </a:rPr>
              <a:t>の起動</a:t>
            </a:r>
            <a:r>
              <a:rPr kumimoji="1" lang="en-US" altLang="ja-JP" sz="900">
                <a:latin typeface="Segoe UI" panose="020B0502040204020203" pitchFamily="34" charset="0"/>
                <a:cs typeface="Segoe UI" panose="020B0502040204020203" pitchFamily="34" charset="0"/>
              </a:rPr>
              <a:t> in </a:t>
            </a:r>
            <a:r>
              <a:rPr kumimoji="1" lang="en-US" altLang="ja-JP" sz="900" err="1">
                <a:latin typeface="Segoe UI" panose="020B0502040204020203" pitchFamily="34" charset="0"/>
                <a:cs typeface="Segoe UI" panose="020B0502040204020203" pitchFamily="34" charset="0"/>
              </a:rPr>
              <a:t>VSCode</a:t>
            </a:r>
            <a:endParaRPr kumimoji="1" lang="ja-JP" alt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34669ED-9833-264B-41B5-7186939BD900}"/>
              </a:ext>
            </a:extLst>
          </p:cNvPr>
          <p:cNvSpPr txBox="1"/>
          <p:nvPr/>
        </p:nvSpPr>
        <p:spPr>
          <a:xfrm>
            <a:off x="9462827" y="2431395"/>
            <a:ext cx="1038746" cy="1840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ja-JP" altLang="en-US" sz="900">
                <a:latin typeface="+mn-ea"/>
                <a:cs typeface="源柔ゴシック Regular" panose="020B0302020203020207" pitchFamily="50" charset="-128"/>
              </a:rPr>
              <a:t>ターミナルの開き方</a:t>
            </a:r>
          </a:p>
        </p:txBody>
      </p:sp>
    </p:spTree>
    <p:extLst>
      <p:ext uri="{BB962C8B-B14F-4D97-AF65-F5344CB8AC3E}">
        <p14:creationId xmlns:p14="http://schemas.microsoft.com/office/powerpoint/2010/main" val="976926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FA0A1-FDA8-F3E7-869B-9C408FB0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97BCD5-FB33-182C-6598-7B8B1BEE3B2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705600"/>
          </a:xfrm>
          <a:prstGeom prst="rect">
            <a:avLst/>
          </a:prstGeom>
          <a:solidFill>
            <a:schemeClr val="accent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8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VSCode</a:t>
            </a:r>
            <a:r>
              <a:rPr kumimoji="1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を使った開発例</a:t>
            </a:r>
            <a:endParaRPr kumimoji="1" lang="ja-JP" altLang="en-US" sz="2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  <a:cs typeface="源柔ゴシック Regular" panose="020B0302020203020207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38845C-6153-EEEB-3AE7-0F348B849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5</a:t>
            </a:r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F4C341DC-4168-92D1-6955-F895962AF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72" y="965848"/>
            <a:ext cx="8831682" cy="5703304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61AB5D2-D09A-8B03-ACB3-4C37CF1F1004}"/>
              </a:ext>
            </a:extLst>
          </p:cNvPr>
          <p:cNvSpPr txBox="1"/>
          <p:nvPr/>
        </p:nvSpPr>
        <p:spPr>
          <a:xfrm>
            <a:off x="112088" y="2495427"/>
            <a:ext cx="3513782" cy="244491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1200">
                <a:latin typeface="+mn-ea"/>
                <a:cs typeface="源柔ゴシック Regular" panose="020B0302020203020207" pitchFamily="50" charset="-128"/>
              </a:rPr>
              <a:t>サマチャレ用のディレクトリを作っておくとよい↑</a:t>
            </a:r>
            <a:endParaRPr kumimoji="1" lang="en-GB" sz="1200">
              <a:latin typeface="+mn-ea"/>
              <a:cs typeface="源柔ゴシック Regular" panose="020B0302020203020207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4BB01EC-6921-C782-CB8A-9E18D77A87BE}"/>
              </a:ext>
            </a:extLst>
          </p:cNvPr>
          <p:cNvSpPr txBox="1"/>
          <p:nvPr/>
        </p:nvSpPr>
        <p:spPr>
          <a:xfrm>
            <a:off x="8076216" y="4082353"/>
            <a:ext cx="1952458" cy="244491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1200">
                <a:latin typeface="+mn-ea"/>
                <a:cs typeface="源柔ゴシック Regular" panose="020B0302020203020207" pitchFamily="50" charset="-128"/>
              </a:rPr>
              <a:t>画面下部で</a:t>
            </a:r>
            <a:r>
              <a:rPr kumimoji="1" lang="en-US" altLang="ja-JP" sz="1200">
                <a:latin typeface="+mn-ea"/>
                <a:cs typeface="源柔ゴシック Regular" panose="020B0302020203020207" pitchFamily="50" charset="-128"/>
              </a:rPr>
              <a:t>ROOT</a:t>
            </a:r>
            <a:r>
              <a:rPr kumimoji="1" lang="ja-JP" altLang="en-US" sz="1200">
                <a:latin typeface="+mn-ea"/>
                <a:cs typeface="源柔ゴシック Regular" panose="020B0302020203020207" pitchFamily="50" charset="-128"/>
              </a:rPr>
              <a:t>を操作する</a:t>
            </a:r>
            <a:endParaRPr kumimoji="1" lang="en-GB" sz="1200">
              <a:latin typeface="+mn-ea"/>
              <a:cs typeface="源柔ゴシック Regular" panose="020B0302020203020207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997DA1B-9871-B57D-4F67-8F6DCCED5116}"/>
              </a:ext>
            </a:extLst>
          </p:cNvPr>
          <p:cNvSpPr txBox="1"/>
          <p:nvPr/>
        </p:nvSpPr>
        <p:spPr>
          <a:xfrm>
            <a:off x="7928732" y="2234682"/>
            <a:ext cx="2459006" cy="521489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1200">
                <a:latin typeface="+mn-ea"/>
                <a:cs typeface="源柔ゴシック Regular" panose="020B0302020203020207" pitchFamily="50" charset="-128"/>
              </a:rPr>
              <a:t>後述のマクロを作成しながら</a:t>
            </a:r>
            <a:endParaRPr kumimoji="1" lang="en-US" altLang="ja-JP" sz="1200">
              <a:latin typeface="+mn-ea"/>
              <a:cs typeface="源柔ゴシック Regular" panose="020B0302020203020207" pitchFamily="50" charset="-128"/>
            </a:endParaRPr>
          </a:p>
          <a:p>
            <a:pPr algn="l">
              <a:lnSpc>
                <a:spcPct val="150000"/>
              </a:lnSpc>
            </a:pPr>
            <a:r>
              <a:rPr lang="ja-JP" altLang="en-US" sz="1200">
                <a:latin typeface="+mn-ea"/>
                <a:cs typeface="源柔ゴシック Regular" panose="020B0302020203020207" pitchFamily="50" charset="-128"/>
              </a:rPr>
              <a:t>画面下部でターミナルも操作できる</a:t>
            </a:r>
            <a:endParaRPr kumimoji="1" lang="en-GB" sz="1200">
              <a:latin typeface="+mn-ea"/>
              <a:cs typeface="源柔ゴシック Regular" panose="020B0302020203020207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7052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E8344-387D-A732-93D6-2DF11FF7B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443D29-7078-CF94-F1CF-D128348E701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705600"/>
          </a:xfrm>
          <a:prstGeom prst="rect">
            <a:avLst/>
          </a:prstGeom>
          <a:solidFill>
            <a:schemeClr val="accent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パッケージマネージャ編：</a:t>
            </a:r>
            <a:r>
              <a:rPr lang="en-US" altLang="ja-JP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AlmaLinux / RHEL</a:t>
            </a:r>
            <a:r>
              <a:rPr lang="ja-JP" altLang="en-US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系</a:t>
            </a:r>
            <a:r>
              <a:rPr lang="en-US" altLang="ja-JP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, macOS, WSL2</a:t>
            </a:r>
            <a:endParaRPr kumimoji="1" lang="ja-JP" altLang="en-US" sz="2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源柔ゴシック Regular" panose="020B0302020203020207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90247D7-2713-77DA-7AAD-7A6F4855C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6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C670E98-9E1B-D564-04DA-57E44E90F6EB}"/>
              </a:ext>
            </a:extLst>
          </p:cNvPr>
          <p:cNvSpPr txBox="1"/>
          <p:nvPr/>
        </p:nvSpPr>
        <p:spPr>
          <a:xfrm>
            <a:off x="814773" y="1060010"/>
            <a:ext cx="10598898" cy="51844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ROOT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コミュニティにより、パッケージが提供されている。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以下を実行する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0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60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Is this ok [y/n]: </a:t>
            </a:r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はインストールの可否→</a:t>
            </a:r>
            <a:r>
              <a:rPr lang="en-US" altLang="ja-JP" sz="1600">
                <a:highlight>
                  <a:srgbClr val="C0C0C0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y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を入力する。</a:t>
            </a:r>
            <a:br>
              <a:rPr lang="en-US" altLang="ja-JP" sz="12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200">
                <a:latin typeface="Segoe UI" panose="020B0502040204020203" pitchFamily="34" charset="0"/>
                <a:cs typeface="Segoe UI" panose="020B0502040204020203" pitchFamily="34" charset="0"/>
              </a:rPr>
              <a:t>※</a:t>
            </a: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エラーが出る！→</a:t>
            </a:r>
            <a:r>
              <a:rPr lang="en-US" altLang="ja-JP" sz="1200">
                <a:latin typeface="Segoe UI" panose="020B0502040204020203" pitchFamily="34" charset="0"/>
                <a:cs typeface="Segoe UI" panose="020B0502040204020203" pitchFamily="34" charset="0"/>
              </a:rPr>
              <a:t>FAQ</a:t>
            </a: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を参照。解決しなければビルド済みバイナリ編</a:t>
            </a:r>
            <a:r>
              <a:rPr lang="en-US" altLang="ja-JP" sz="1200">
                <a:latin typeface="Segoe UI" panose="020B0502040204020203" pitchFamily="34" charset="0"/>
                <a:cs typeface="Segoe UI" panose="020B0502040204020203" pitchFamily="34" charset="0"/>
              </a:rPr>
              <a:t> for Alma…</a:t>
            </a: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を参照</a:t>
            </a:r>
            <a:br>
              <a:rPr lang="en-US" altLang="ja-JP" sz="12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200">
                <a:latin typeface="Segoe UI" panose="020B0502040204020203" pitchFamily="34" charset="0"/>
                <a:cs typeface="Segoe UI" panose="020B0502040204020203" pitchFamily="34" charset="0"/>
              </a:rPr>
              <a:t>※Ubuntu / Debian</a:t>
            </a: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系はパッケージが提供されていない。</a:t>
            </a:r>
            <a:br>
              <a:rPr lang="en-US" altLang="ja-JP" sz="12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　→ビルド済みバイナリ編</a:t>
            </a:r>
            <a:r>
              <a:rPr lang="en-US" altLang="ja-JP" sz="1200">
                <a:latin typeface="Segoe UI" panose="020B0502040204020203" pitchFamily="34" charset="0"/>
                <a:cs typeface="Segoe UI" panose="020B0502040204020203" pitchFamily="34" charset="0"/>
              </a:rPr>
              <a:t> for Ubuntu</a:t>
            </a: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を参照のこと。</a:t>
            </a:r>
            <a:endParaRPr lang="en-US" altLang="ja-JP" sz="12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ja-JP" sz="16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root</a:t>
            </a:r>
            <a:r>
              <a:rPr lang="ja-JP" altLang="en-US" sz="1600">
                <a:latin typeface="Consolas" panose="020B0609020204030204" pitchFamily="49" charset="0"/>
                <a:cs typeface="Consolas" panose="020B0609020204030204" pitchFamily="49" charset="0"/>
              </a:rPr>
              <a:t>を実行し、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ROOT</a:t>
            </a:r>
            <a:r>
              <a:rPr lang="ja-JP" altLang="en-US" sz="1600">
                <a:latin typeface="Consolas" panose="020B0609020204030204" pitchFamily="49" charset="0"/>
                <a:cs typeface="Consolas" panose="020B0609020204030204" pitchFamily="49" charset="0"/>
              </a:rPr>
              <a:t>が起動することを確認する。</a:t>
            </a:r>
            <a:endParaRPr lang="en-US" altLang="ja-JP" sz="16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br>
              <a:rPr lang="en-US" altLang="ja-JP" sz="16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1600">
                <a:latin typeface="Consolas" panose="020B0609020204030204" pitchFamily="49" charset="0"/>
                <a:cs typeface="Consolas" panose="020B0609020204030204" pitchFamily="49" charset="0"/>
              </a:rPr>
              <a:t>					</a:t>
            </a:r>
            <a:r>
              <a:rPr lang="en-US" altLang="ja-JP" sz="1200">
                <a:latin typeface="Consolas" panose="020B0609020204030204" pitchFamily="49" charset="0"/>
                <a:cs typeface="Consolas" panose="020B0609020204030204" pitchFamily="49" charset="0"/>
              </a:rPr>
              <a:t>※</a:t>
            </a:r>
            <a:r>
              <a:rPr lang="ja-JP" altLang="en-US" sz="1200">
                <a:latin typeface="Consolas" panose="020B0609020204030204" pitchFamily="49" charset="0"/>
                <a:cs typeface="Consolas" panose="020B0609020204030204" pitchFamily="49" charset="0"/>
              </a:rPr>
              <a:t>起動したけどなんか変</a:t>
            </a:r>
            <a:br>
              <a:rPr lang="en-US" altLang="ja-JP" sz="120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ja-JP" sz="1200">
                <a:latin typeface="Consolas" panose="020B0609020204030204" pitchFamily="49" charset="0"/>
                <a:cs typeface="Consolas" panose="020B0609020204030204" pitchFamily="49" charset="0"/>
              </a:rPr>
              <a:t>					</a:t>
            </a:r>
            <a:r>
              <a:rPr lang="ja-JP" altLang="en-US" sz="1200">
                <a:latin typeface="Consolas" panose="020B0609020204030204" pitchFamily="49" charset="0"/>
                <a:cs typeface="Consolas" panose="020B0609020204030204" pitchFamily="49" charset="0"/>
              </a:rPr>
              <a:t>　</a:t>
            </a: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→</a:t>
            </a:r>
            <a:r>
              <a:rPr lang="en-US" altLang="ja-JP" sz="1200">
                <a:latin typeface="Segoe UI" panose="020B0502040204020203" pitchFamily="34" charset="0"/>
                <a:cs typeface="Segoe UI" panose="020B0502040204020203" pitchFamily="34" charset="0"/>
              </a:rPr>
              <a:t>FAQ</a:t>
            </a: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を参照。</a:t>
            </a:r>
            <a:endParaRPr lang="en-US" altLang="ja-JP" sz="1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四角形: 上の 2 つの角を丸める 4">
            <a:extLst>
              <a:ext uri="{FF2B5EF4-FFF2-40B4-BE49-F238E27FC236}">
                <a16:creationId xmlns:a16="http://schemas.microsoft.com/office/drawing/2014/main" id="{21E0A6FA-7813-DEC4-214D-B8E9210A8BB2}"/>
              </a:ext>
            </a:extLst>
          </p:cNvPr>
          <p:cNvSpPr/>
          <p:nvPr/>
        </p:nvSpPr>
        <p:spPr>
          <a:xfrm>
            <a:off x="7981485" y="1196837"/>
            <a:ext cx="3820246" cy="293072"/>
          </a:xfrm>
          <a:prstGeom prst="round2SameRect">
            <a:avLst>
              <a:gd name="adj1" fmla="val 19179"/>
              <a:gd name="adj2" fmla="val 0"/>
            </a:avLst>
          </a:prstGeom>
          <a:solidFill>
            <a:srgbClr val="FFF6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 anchorCtr="1">
            <a:spAutoFit/>
          </a:bodyPr>
          <a:lstStyle/>
          <a:p>
            <a:pPr algn="ctr"/>
            <a:r>
              <a:rPr lang="ja-JP" sz="1200" noProof="0">
                <a:solidFill>
                  <a:sysClr val="windowText" lastClr="000000"/>
                </a:solidFill>
              </a:rPr>
              <a:t>Tips：</a:t>
            </a:r>
            <a:r>
              <a:rPr lang="ja-JP" altLang="en-US" sz="1200" noProof="0">
                <a:solidFill>
                  <a:sysClr val="windowText" lastClr="000000"/>
                </a:solidFill>
              </a:rPr>
              <a:t>パッケージマネージャとは</a:t>
            </a:r>
            <a:endParaRPr kumimoji="1" lang="ja-JP" sz="1200" noProof="0">
              <a:solidFill>
                <a:sysClr val="windowText" lastClr="000000"/>
              </a:solidFill>
            </a:endParaRPr>
          </a:p>
        </p:txBody>
      </p:sp>
      <p:sp>
        <p:nvSpPr>
          <p:cNvPr id="6" name="四角形: 上の 2 つの角を丸める 5">
            <a:extLst>
              <a:ext uri="{FF2B5EF4-FFF2-40B4-BE49-F238E27FC236}">
                <a16:creationId xmlns:a16="http://schemas.microsoft.com/office/drawing/2014/main" id="{D1DE1544-2ECE-573F-8545-80C0A1DEF069}"/>
              </a:ext>
            </a:extLst>
          </p:cNvPr>
          <p:cNvSpPr/>
          <p:nvPr/>
        </p:nvSpPr>
        <p:spPr>
          <a:xfrm rot="10800000" flipV="1">
            <a:off x="7981485" y="1484288"/>
            <a:ext cx="3819904" cy="981934"/>
          </a:xfrm>
          <a:prstGeom prst="round2SameRect">
            <a:avLst>
              <a:gd name="adj1" fmla="val 0"/>
              <a:gd name="adj2" fmla="val 445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プログラムやメタデータなどをひとまとめにしたデータ群をパッケージという。</a:t>
            </a:r>
            <a:r>
              <a:rPr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OS</a:t>
            </a:r>
            <a:r>
              <a:rPr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にはパッケージの一元管理システムであるパッケージマネージャが搭載されている。</a:t>
            </a:r>
            <a:endParaRPr kumimoji="1" lang="ja-JP" sz="1200" noProof="0">
              <a:solidFill>
                <a:sysClr val="windowText" lastClr="000000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A8A77BC8-8371-8328-B93D-F140DA24F5D6}"/>
              </a:ext>
            </a:extLst>
          </p:cNvPr>
          <p:cNvSpPr/>
          <p:nvPr/>
        </p:nvSpPr>
        <p:spPr>
          <a:xfrm>
            <a:off x="1189823" y="1800684"/>
            <a:ext cx="6318418" cy="1023844"/>
          </a:xfrm>
          <a:prstGeom prst="roundRect">
            <a:avLst>
              <a:gd name="adj" fmla="val 8148"/>
            </a:avLst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sudo dnf update</a:t>
            </a:r>
          </a:p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sudo dnf install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epel-release</a:t>
            </a:r>
          </a:p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sudo dnf install root python3-root</a:t>
            </a:r>
            <a:endParaRPr kumimoji="1" lang="ja-JP" sz="1400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片側の 2 つの角を丸めた四角形 8">
            <a:extLst>
              <a:ext uri="{FF2B5EF4-FFF2-40B4-BE49-F238E27FC236}">
                <a16:creationId xmlns:a16="http://schemas.microsoft.com/office/drawing/2014/main" id="{92A3B65D-0AA5-6120-B665-381834912870}"/>
              </a:ext>
            </a:extLst>
          </p:cNvPr>
          <p:cNvSpPr/>
          <p:nvPr/>
        </p:nvSpPr>
        <p:spPr>
          <a:xfrm>
            <a:off x="1373069" y="1800684"/>
            <a:ext cx="1674931" cy="260020"/>
          </a:xfrm>
          <a:prstGeom prst="round2SameRect">
            <a:avLst>
              <a:gd name="adj1" fmla="val 0"/>
              <a:gd name="adj2" fmla="val 2640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ja-JP" sz="1400" noProof="1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sz="1300" noProof="1">
                <a:latin typeface="Segoe UI" panose="020B0502040204020203" pitchFamily="34" charset="0"/>
                <a:cs typeface="Segoe UI" panose="020B0502040204020203" pitchFamily="34" charset="0"/>
              </a:rPr>
              <a:t>AlmaLinux / RHEL系</a:t>
            </a:r>
            <a:br>
              <a:rPr lang="ja-JP" sz="1300" noProof="1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1" lang="ja-JP" sz="1300" noProof="1"/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C53BD8BC-3B38-EB82-2FD0-8769B421E33D}"/>
              </a:ext>
            </a:extLst>
          </p:cNvPr>
          <p:cNvSpPr/>
          <p:nvPr/>
        </p:nvSpPr>
        <p:spPr>
          <a:xfrm>
            <a:off x="1189823" y="2897040"/>
            <a:ext cx="6318418" cy="590533"/>
          </a:xfrm>
          <a:prstGeom prst="roundRect">
            <a:avLst>
              <a:gd name="adj" fmla="val 14028"/>
            </a:avLst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brew install root</a:t>
            </a:r>
            <a:endParaRPr lang="ja-JP" sz="1400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片側の 2 つの角を丸めた四角形 14">
            <a:extLst>
              <a:ext uri="{FF2B5EF4-FFF2-40B4-BE49-F238E27FC236}">
                <a16:creationId xmlns:a16="http://schemas.microsoft.com/office/drawing/2014/main" id="{B378E55D-1806-3C77-4D5D-5EEF8A776FA1}"/>
              </a:ext>
            </a:extLst>
          </p:cNvPr>
          <p:cNvSpPr/>
          <p:nvPr/>
        </p:nvSpPr>
        <p:spPr>
          <a:xfrm>
            <a:off x="1373069" y="2897040"/>
            <a:ext cx="738603" cy="260020"/>
          </a:xfrm>
          <a:prstGeom prst="round2SameRect">
            <a:avLst>
              <a:gd name="adj1" fmla="val 0"/>
              <a:gd name="adj2" fmla="val 2640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ja-JP" sz="1400" noProof="1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300" noProof="1">
                <a:latin typeface="Segoe UI" panose="020B0502040204020203" pitchFamily="34" charset="0"/>
                <a:cs typeface="Segoe UI" panose="020B0502040204020203" pitchFamily="34" charset="0"/>
              </a:rPr>
              <a:t>macOS</a:t>
            </a:r>
            <a:br>
              <a:rPr lang="ja-JP" sz="1300" noProof="1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1" lang="ja-JP" sz="1300" noProof="1"/>
          </a:p>
        </p:txBody>
      </p:sp>
      <p:sp>
        <p:nvSpPr>
          <p:cNvPr id="17" name="四角形: 上の 2 つの角を丸める 4">
            <a:extLst>
              <a:ext uri="{FF2B5EF4-FFF2-40B4-BE49-F238E27FC236}">
                <a16:creationId xmlns:a16="http://schemas.microsoft.com/office/drawing/2014/main" id="{F21DCD9C-EF70-B264-2FE9-702E58BF7504}"/>
              </a:ext>
            </a:extLst>
          </p:cNvPr>
          <p:cNvSpPr/>
          <p:nvPr/>
        </p:nvSpPr>
        <p:spPr>
          <a:xfrm>
            <a:off x="7981485" y="2670010"/>
            <a:ext cx="3820246" cy="293072"/>
          </a:xfrm>
          <a:prstGeom prst="round2SameRect">
            <a:avLst>
              <a:gd name="adj1" fmla="val 19179"/>
              <a:gd name="adj2" fmla="val 0"/>
            </a:avLst>
          </a:prstGeom>
          <a:solidFill>
            <a:srgbClr val="FFF6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 anchorCtr="1">
            <a:spAutoFit/>
          </a:bodyPr>
          <a:lstStyle/>
          <a:p>
            <a:pPr algn="ctr"/>
            <a:r>
              <a:rPr lang="ja-JP" sz="1200" noProof="0">
                <a:solidFill>
                  <a:sysClr val="windowText" lastClr="000000"/>
                </a:solidFill>
              </a:rPr>
              <a:t>Tips：</a:t>
            </a:r>
            <a:r>
              <a:rPr lang="en-US" altLang="ja-JP" sz="1200" noProof="0">
                <a:solidFill>
                  <a:sysClr val="windowText" lastClr="000000"/>
                </a:solidFill>
              </a:rPr>
              <a:t>①</a:t>
            </a:r>
            <a:r>
              <a:rPr lang="ja-JP" altLang="en-US" sz="1200" noProof="0">
                <a:solidFill>
                  <a:sysClr val="windowText" lastClr="000000"/>
                </a:solidFill>
              </a:rPr>
              <a:t>の解説</a:t>
            </a:r>
            <a:endParaRPr kumimoji="1" lang="ja-JP" sz="1200" noProof="0">
              <a:solidFill>
                <a:sysClr val="windowText" lastClr="000000"/>
              </a:solidFill>
            </a:endParaRPr>
          </a:p>
        </p:txBody>
      </p:sp>
      <p:sp>
        <p:nvSpPr>
          <p:cNvPr id="18" name="四角形: 上の 2 つの角を丸める 5">
            <a:extLst>
              <a:ext uri="{FF2B5EF4-FFF2-40B4-BE49-F238E27FC236}">
                <a16:creationId xmlns:a16="http://schemas.microsoft.com/office/drawing/2014/main" id="{93654107-9832-C96B-67C4-6D192DF0780C}"/>
              </a:ext>
            </a:extLst>
          </p:cNvPr>
          <p:cNvSpPr/>
          <p:nvPr/>
        </p:nvSpPr>
        <p:spPr>
          <a:xfrm rot="10800000" flipV="1">
            <a:off x="7981485" y="2957460"/>
            <a:ext cx="3819904" cy="1812503"/>
          </a:xfrm>
          <a:prstGeom prst="round2SameRect">
            <a:avLst>
              <a:gd name="adj1" fmla="val 0"/>
              <a:gd name="adj2" fmla="val 445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パッケージのインストールはコンピュータに変更を加えるので、管理者の承認が必要。 </a:t>
            </a:r>
            <a:r>
              <a:rPr kumimoji="1" 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sudoはsuperuser doの略で、管理者権限で実行することを意味する。</a:t>
            </a:r>
            <a:endParaRPr kumimoji="1" lang="en-US" altLang="ja-JP" sz="1200" noProof="0">
              <a:solidFill>
                <a:sysClr val="windowText" lastClr="000000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ja-JP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dnf / apt / Homebrew</a:t>
            </a:r>
            <a:r>
              <a:rPr lang="ja-JP" altLang="en-US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は各</a:t>
            </a:r>
            <a:r>
              <a:rPr lang="en-US" altLang="ja-JP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OS</a:t>
            </a:r>
            <a:r>
              <a:rPr lang="ja-JP" altLang="en-US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に搭載されたパッケージマネージャ。つまり左のコマンドは「管理者が命令する。</a:t>
            </a:r>
            <a:r>
              <a:rPr lang="en-US" altLang="ja-JP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dnf</a:t>
            </a:r>
            <a:r>
              <a:rPr lang="ja-JP" altLang="en-US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を使って</a:t>
            </a:r>
            <a:r>
              <a:rPr lang="en-US" altLang="ja-JP" sz="1200" err="1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epel</a:t>
            </a:r>
            <a:r>
              <a:rPr lang="en-US" altLang="ja-JP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-release</a:t>
            </a:r>
            <a:r>
              <a:rPr lang="ja-JP" altLang="en-US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を</a:t>
            </a:r>
            <a:r>
              <a:rPr lang="en-US" altLang="ja-JP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install</a:t>
            </a:r>
            <a:r>
              <a:rPr lang="ja-JP" altLang="en-US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せよ。」と読める。</a:t>
            </a:r>
            <a:endParaRPr kumimoji="1" lang="ja-JP" sz="1200" noProof="0">
              <a:solidFill>
                <a:sysClr val="windowText" lastClr="000000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  <p:sp>
        <p:nvSpPr>
          <p:cNvPr id="19" name="四角形: 上の 2 つの角を丸める 4">
            <a:extLst>
              <a:ext uri="{FF2B5EF4-FFF2-40B4-BE49-F238E27FC236}">
                <a16:creationId xmlns:a16="http://schemas.microsoft.com/office/drawing/2014/main" id="{9B1C5EB5-42E5-7C61-E67B-FE6808D9AE0B}"/>
              </a:ext>
            </a:extLst>
          </p:cNvPr>
          <p:cNvSpPr/>
          <p:nvPr/>
        </p:nvSpPr>
        <p:spPr>
          <a:xfrm>
            <a:off x="7981485" y="4973749"/>
            <a:ext cx="3820246" cy="293072"/>
          </a:xfrm>
          <a:prstGeom prst="round2SameRect">
            <a:avLst>
              <a:gd name="adj1" fmla="val 19179"/>
              <a:gd name="adj2" fmla="val 0"/>
            </a:avLst>
          </a:prstGeom>
          <a:solidFill>
            <a:srgbClr val="FFF6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 anchorCtr="1">
            <a:spAutoFit/>
          </a:bodyPr>
          <a:lstStyle/>
          <a:p>
            <a:pPr algn="ctr"/>
            <a:r>
              <a:rPr lang="ja-JP" sz="1200" noProof="0">
                <a:solidFill>
                  <a:sysClr val="windowText" lastClr="000000"/>
                </a:solidFill>
              </a:rPr>
              <a:t>Tips：</a:t>
            </a:r>
            <a:r>
              <a:rPr lang="ja-JP" altLang="en-US" sz="1200">
                <a:solidFill>
                  <a:sysClr val="windowText" lastClr="000000"/>
                </a:solidFill>
              </a:rPr>
              <a:t>古い</a:t>
            </a:r>
            <a:r>
              <a:rPr lang="en-US" altLang="ja-JP" sz="1200">
                <a:solidFill>
                  <a:sysClr val="windowText" lastClr="000000"/>
                </a:solidFill>
              </a:rPr>
              <a:t>Linux</a:t>
            </a:r>
            <a:r>
              <a:rPr lang="ja-JP" altLang="en-US" sz="1200">
                <a:solidFill>
                  <a:sysClr val="windowText" lastClr="000000"/>
                </a:solidFill>
              </a:rPr>
              <a:t>コンピュータを使っている方へ</a:t>
            </a:r>
            <a:endParaRPr kumimoji="1" lang="ja-JP" sz="1200" noProof="0">
              <a:solidFill>
                <a:sysClr val="windowText" lastClr="000000"/>
              </a:solidFill>
            </a:endParaRPr>
          </a:p>
        </p:txBody>
      </p:sp>
      <p:sp>
        <p:nvSpPr>
          <p:cNvPr id="20" name="四角形: 上の 2 つの角を丸める 5">
            <a:extLst>
              <a:ext uri="{FF2B5EF4-FFF2-40B4-BE49-F238E27FC236}">
                <a16:creationId xmlns:a16="http://schemas.microsoft.com/office/drawing/2014/main" id="{AB828105-C2D3-C526-E298-6B84E6C5B7FF}"/>
              </a:ext>
            </a:extLst>
          </p:cNvPr>
          <p:cNvSpPr/>
          <p:nvPr/>
        </p:nvSpPr>
        <p:spPr>
          <a:xfrm rot="10800000" flipV="1">
            <a:off x="7981485" y="5261199"/>
            <a:ext cx="3819904" cy="1183571"/>
          </a:xfrm>
          <a:prstGeom prst="round2SameRect">
            <a:avLst>
              <a:gd name="adj1" fmla="val 0"/>
              <a:gd name="adj2" fmla="val 445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古い</a:t>
            </a:r>
            <a:r>
              <a:rPr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RHEL</a:t>
            </a:r>
            <a:r>
              <a:rPr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系では</a:t>
            </a:r>
            <a:r>
              <a:rPr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dnf</a:t>
            </a:r>
            <a:r>
              <a:rPr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の代わりに</a:t>
            </a:r>
            <a:r>
              <a:rPr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yum</a:t>
            </a:r>
            <a:r>
              <a:rPr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を使うことがある。研究室の古いコンピュータでは</a:t>
            </a:r>
            <a:r>
              <a:rPr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CentOS</a:t>
            </a:r>
            <a:r>
              <a:rPr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や</a:t>
            </a:r>
            <a:r>
              <a:rPr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Scientific Linux</a:t>
            </a:r>
            <a:r>
              <a:rPr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が搭載されていることがあり、これらは</a:t>
            </a:r>
            <a:r>
              <a:rPr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yum</a:t>
            </a:r>
            <a:r>
              <a:rPr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を使う。</a:t>
            </a:r>
            <a:r>
              <a:rPr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AlmaLinux</a:t>
            </a:r>
            <a:r>
              <a:rPr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でも利用可能だが、非推奨。</a:t>
            </a:r>
            <a:endParaRPr kumimoji="1" lang="ja-JP" sz="1200" noProof="0">
              <a:solidFill>
                <a:sysClr val="windowText" lastClr="000000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B46FC56-2C20-EA89-C8FF-8FF9FD29598C}"/>
              </a:ext>
            </a:extLst>
          </p:cNvPr>
          <p:cNvSpPr txBox="1"/>
          <p:nvPr/>
        </p:nvSpPr>
        <p:spPr>
          <a:xfrm>
            <a:off x="5943710" y="1616659"/>
            <a:ext cx="1564531" cy="1840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90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ja-JP" altLang="en-US" sz="900">
                <a:latin typeface="Segoe UI" panose="020B0502040204020203" pitchFamily="34" charset="0"/>
                <a:cs typeface="Segoe UI" panose="020B0502040204020203" pitchFamily="34" charset="0"/>
              </a:rPr>
              <a:t>は行頭記号なので入力しない</a:t>
            </a:r>
            <a:endParaRPr kumimoji="1" lang="ja-JP" altLang="en-US" sz="900">
              <a:latin typeface="+mn-ea"/>
              <a:cs typeface="源柔ゴシック Regular" panose="020B0302020203020207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6ADA5841-AE83-AD0D-7058-0A73E9F61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823" y="5261199"/>
            <a:ext cx="4123765" cy="126743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2977F5D-0009-B878-8DD9-45C33150BF68}"/>
              </a:ext>
            </a:extLst>
          </p:cNvPr>
          <p:cNvSpPr txBox="1"/>
          <p:nvPr/>
        </p:nvSpPr>
        <p:spPr>
          <a:xfrm>
            <a:off x="1536492" y="6528637"/>
            <a:ext cx="3430426" cy="1840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ja-JP" sz="9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.q</a:t>
            </a:r>
            <a:r>
              <a:rPr kumimoji="1" lang="ja-JP" altLang="en-US" sz="900">
                <a:latin typeface="+mn-ea"/>
                <a:cs typeface="源柔ゴシック Regular" panose="020B0302020203020207" pitchFamily="50" charset="-128"/>
              </a:rPr>
              <a:t>で終了する。早くできた人は</a:t>
            </a:r>
            <a:r>
              <a:rPr kumimoji="1" lang="en-US" altLang="ja-JP" sz="9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.demo</a:t>
            </a:r>
            <a:r>
              <a:rPr kumimoji="1" lang="ja-JP" altLang="en-US" sz="900">
                <a:latin typeface="+mn-ea"/>
                <a:cs typeface="源柔ゴシック Regular" panose="020B0302020203020207" pitchFamily="50" charset="-128"/>
              </a:rPr>
              <a:t>で機能を試してみるとよい。</a:t>
            </a:r>
          </a:p>
        </p:txBody>
      </p:sp>
    </p:spTree>
    <p:extLst>
      <p:ext uri="{BB962C8B-B14F-4D97-AF65-F5344CB8AC3E}">
        <p14:creationId xmlns:p14="http://schemas.microsoft.com/office/powerpoint/2010/main" val="1231443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B05F6-5BB0-B9D7-95A9-FCCD83902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四角形: 上の 2 つの角を丸める 4">
            <a:extLst>
              <a:ext uri="{FF2B5EF4-FFF2-40B4-BE49-F238E27FC236}">
                <a16:creationId xmlns:a16="http://schemas.microsoft.com/office/drawing/2014/main" id="{449E6422-B52B-9741-BEBC-E78ACFC3C01E}"/>
              </a:ext>
            </a:extLst>
          </p:cNvPr>
          <p:cNvSpPr/>
          <p:nvPr/>
        </p:nvSpPr>
        <p:spPr>
          <a:xfrm>
            <a:off x="7981485" y="4736680"/>
            <a:ext cx="3820246" cy="293072"/>
          </a:xfrm>
          <a:prstGeom prst="round2SameRect">
            <a:avLst>
              <a:gd name="adj1" fmla="val 19179"/>
              <a:gd name="adj2" fmla="val 0"/>
            </a:avLst>
          </a:prstGeom>
          <a:solidFill>
            <a:srgbClr val="FFF6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 anchorCtr="1">
            <a:spAutoFit/>
          </a:bodyPr>
          <a:lstStyle/>
          <a:p>
            <a:pPr algn="ctr"/>
            <a:r>
              <a:rPr lang="ja-JP" sz="1200" noProof="0">
                <a:solidFill>
                  <a:sysClr val="windowText" lastClr="000000"/>
                </a:solidFill>
              </a:rPr>
              <a:t>Tips：</a:t>
            </a:r>
            <a:r>
              <a:rPr lang="en-US" altLang="ja-JP" sz="1200">
                <a:solidFill>
                  <a:sysClr val="windowText" lastClr="000000"/>
                </a:solidFill>
              </a:rPr>
              <a:t>Linux</a:t>
            </a:r>
            <a:r>
              <a:rPr lang="ja-JP" altLang="en-US" sz="1200">
                <a:solidFill>
                  <a:sysClr val="windowText" lastClr="000000"/>
                </a:solidFill>
              </a:rPr>
              <a:t>コマンドを覚えよう</a:t>
            </a:r>
            <a:endParaRPr lang="en-US" altLang="ja-JP" sz="1200">
              <a:solidFill>
                <a:sysClr val="windowText" lastClr="000000"/>
              </a:solidFill>
            </a:endParaRPr>
          </a:p>
        </p:txBody>
      </p:sp>
      <p:sp>
        <p:nvSpPr>
          <p:cNvPr id="10" name="四角形: 上の 2 つの角を丸める 5">
            <a:extLst>
              <a:ext uri="{FF2B5EF4-FFF2-40B4-BE49-F238E27FC236}">
                <a16:creationId xmlns:a16="http://schemas.microsoft.com/office/drawing/2014/main" id="{79A33519-EA63-C36C-6C46-AE5DADE584E5}"/>
              </a:ext>
            </a:extLst>
          </p:cNvPr>
          <p:cNvSpPr/>
          <p:nvPr/>
        </p:nvSpPr>
        <p:spPr>
          <a:xfrm rot="10800000" flipV="1">
            <a:off x="7981485" y="5024129"/>
            <a:ext cx="3819904" cy="1541253"/>
          </a:xfrm>
          <a:prstGeom prst="round2SameRect">
            <a:avLst>
              <a:gd name="adj1" fmla="val 0"/>
              <a:gd name="adj2" fmla="val 445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kumimoji="1" lang="en-US" altLang="ja-JP" sz="1200" noProof="0" err="1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mkdir</a:t>
            </a:r>
            <a:r>
              <a:rPr kumimoji="1"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(make directory): </a:t>
            </a:r>
            <a:r>
              <a:rPr kumimoji="1"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ディレクトリ（フォルダ）を作る</a:t>
            </a:r>
            <a:br>
              <a:rPr kumimoji="1"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</a:br>
            <a:r>
              <a:rPr kumimoji="1" lang="en-US" altLang="ja-JP" sz="1200" noProof="0" err="1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wget</a:t>
            </a:r>
            <a:r>
              <a:rPr lang="en-US" altLang="ja-JP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(</a:t>
            </a:r>
            <a:r>
              <a:rPr kumimoji="1"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www get): </a:t>
            </a:r>
            <a:r>
              <a:rPr kumimoji="1"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ウェブからファイルを取得する</a:t>
            </a:r>
            <a:endParaRPr kumimoji="1" lang="en-US" altLang="ja-JP" sz="1200" noProof="0">
              <a:solidFill>
                <a:sysClr val="windowText" lastClr="000000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  <a:p>
            <a:pPr>
              <a:lnSpc>
                <a:spcPct val="120000"/>
              </a:lnSpc>
            </a:pPr>
            <a:r>
              <a:rPr kumimoji="1"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tar(tape archive): tar</a:t>
            </a:r>
            <a:r>
              <a:rPr kumimoji="1"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形式のファイルを処理する。</a:t>
            </a:r>
            <a:r>
              <a:rPr kumimoji="1" lang="en-US" altLang="ja-JP" sz="1200" noProof="0" err="1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tar.gz</a:t>
            </a:r>
            <a:r>
              <a:rPr kumimoji="1"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は</a:t>
            </a:r>
            <a:r>
              <a:rPr kumimoji="1"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tar/</a:t>
            </a:r>
            <a:r>
              <a:rPr kumimoji="1" lang="en-US" altLang="ja-JP" sz="1200" noProof="0" err="1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gzip</a:t>
            </a:r>
            <a:r>
              <a:rPr kumimoji="1"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形式の圧縮ファイルで、</a:t>
            </a:r>
            <a:r>
              <a:rPr kumimoji="1" lang="en-US" altLang="ja-JP" sz="1200" noProof="0" err="1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xvf</a:t>
            </a:r>
            <a:r>
              <a:rPr kumimoji="1"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は</a:t>
            </a:r>
            <a:r>
              <a:rPr kumimoji="1"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extract</a:t>
            </a:r>
            <a:r>
              <a:rPr kumimoji="1"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（展開）</a:t>
            </a:r>
            <a:r>
              <a:rPr kumimoji="1"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, verbose</a:t>
            </a:r>
            <a:r>
              <a:rPr kumimoji="1"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（ログ表示）</a:t>
            </a:r>
            <a:r>
              <a:rPr kumimoji="1"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, file</a:t>
            </a:r>
            <a:r>
              <a:rPr kumimoji="1"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（ファイルを指定）</a:t>
            </a:r>
            <a:endParaRPr kumimoji="1" lang="ja-JP" sz="1200" noProof="0">
              <a:solidFill>
                <a:sysClr val="windowText" lastClr="000000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6CD702F-6B84-647E-D91A-0D151136AC2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705600"/>
          </a:xfrm>
          <a:prstGeom prst="rect">
            <a:avLst/>
          </a:prstGeom>
          <a:solidFill>
            <a:schemeClr val="accent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ビルド済みバイナリ編</a:t>
            </a:r>
            <a:r>
              <a:rPr lang="en-US" altLang="ja-JP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 for </a:t>
            </a:r>
            <a:r>
              <a:rPr lang="en-US" altLang="ja-JP" sz="2800">
                <a:solidFill>
                  <a:srgbClr val="FF0000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AlmaLinux / RHEL</a:t>
            </a:r>
            <a:endParaRPr kumimoji="1" lang="ja-JP" altLang="en-US" sz="2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源柔ゴシック Regular" panose="020B0302020203020207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C623400-09FE-ABDD-BE19-A0C72DD5F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7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99417F3-22D8-99A0-DC56-3D4D22980599}"/>
              </a:ext>
            </a:extLst>
          </p:cNvPr>
          <p:cNvSpPr txBox="1"/>
          <p:nvPr/>
        </p:nvSpPr>
        <p:spPr>
          <a:xfrm>
            <a:off x="814773" y="1060010"/>
            <a:ext cx="10598898" cy="40146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sz="1600">
                <a:latin typeface="Consolas" panose="020B0609020204030204" pitchFamily="49" charset="0"/>
                <a:cs typeface="源柔ゴシック Regular" panose="020B0302020203020207" pitchFamily="50" charset="-128"/>
              </a:rPr>
              <a:t>前提パッケージを導入する。必要なパッケージは公式サイトに掲載されている：</a:t>
            </a:r>
            <a:r>
              <a:rPr lang="en-GB" altLang="ja-JP" sz="160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Dependencies – ROOT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ホームディレクトリに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ja-JP" sz="1600">
                <a:latin typeface="Consolas" panose="020B0609020204030204" pitchFamily="49" charset="0"/>
                <a:cs typeface="Consolas" panose="020B0609020204030204" pitchFamily="49" charset="0"/>
              </a:rPr>
              <a:t>opt/</a:t>
            </a:r>
            <a:r>
              <a:rPr lang="en-US" altLang="ja-JP" sz="1600">
                <a:latin typeface="+mn-ea"/>
                <a:cs typeface="Consolas" panose="020B0609020204030204" pitchFamily="49" charset="0"/>
              </a:rPr>
              <a:t> 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を作り、移動。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公式サイト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で自分の環境向けのファイル名を確認し、ダウンロード・展開する。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PATH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を通し、起動確認。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85F39B89-7E01-225D-70E2-77D974BD7FEB}"/>
              </a:ext>
            </a:extLst>
          </p:cNvPr>
          <p:cNvSpPr/>
          <p:nvPr/>
        </p:nvSpPr>
        <p:spPr>
          <a:xfrm>
            <a:off x="1189823" y="1409668"/>
            <a:ext cx="9012218" cy="1009438"/>
          </a:xfrm>
          <a:prstGeom prst="roundRect">
            <a:avLst>
              <a:gd name="adj" fmla="val 8148"/>
            </a:avLst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sudo dnf update</a:t>
            </a:r>
          </a:p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sudo 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dnf</a:t>
            </a:r>
            <a:r>
              <a:rPr 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install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-y</a:t>
            </a:r>
            <a:r>
              <a:rPr 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git make cmake gcc-c++ gcc binutils libX11-devel libXpm-devel libXft-devel libXext-devel python openssl-devel xrootd-client-devel xrootd-libs-devel</a:t>
            </a:r>
          </a:p>
        </p:txBody>
      </p:sp>
      <p:sp>
        <p:nvSpPr>
          <p:cNvPr id="15" name="片側の 2 つの角を丸めた四角形 14">
            <a:extLst>
              <a:ext uri="{FF2B5EF4-FFF2-40B4-BE49-F238E27FC236}">
                <a16:creationId xmlns:a16="http://schemas.microsoft.com/office/drawing/2014/main" id="{D503C81E-C329-3796-2AA0-E04555DBC830}"/>
              </a:ext>
            </a:extLst>
          </p:cNvPr>
          <p:cNvSpPr/>
          <p:nvPr/>
        </p:nvSpPr>
        <p:spPr>
          <a:xfrm>
            <a:off x="1373069" y="1409668"/>
            <a:ext cx="1793464" cy="260020"/>
          </a:xfrm>
          <a:prstGeom prst="round2SameRect">
            <a:avLst>
              <a:gd name="adj1" fmla="val 0"/>
              <a:gd name="adj2" fmla="val 2640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ja-JP" sz="1400" noProof="1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AlmaLinux / RHEL</a:t>
            </a:r>
            <a:r>
              <a:rPr lang="ja-JP" altLang="en-US" sz="1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系</a:t>
            </a:r>
            <a:br>
              <a:rPr lang="ja-JP" sz="1300" noProof="1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1" lang="ja-JP" sz="1300" noProof="1"/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B33FEFFB-9386-DCB2-56D0-80FD0806016F}"/>
              </a:ext>
            </a:extLst>
          </p:cNvPr>
          <p:cNvSpPr/>
          <p:nvPr/>
        </p:nvSpPr>
        <p:spPr>
          <a:xfrm>
            <a:off x="1192936" y="3226077"/>
            <a:ext cx="9012219" cy="1286129"/>
          </a:xfrm>
          <a:prstGeom prst="roundRect">
            <a:avLst>
              <a:gd name="adj" fmla="val 8148"/>
            </a:avLst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mkdir ~/opt</a:t>
            </a:r>
          </a:p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cd ~/opt                       |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→これより後ろは自分の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に合ったものを公式サイトで確認する</a:t>
            </a:r>
            <a:endParaRPr lang="en-US" altLang="ja-JP" sz="1400" noProof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wget &lt;公式サイトで確認したURL&gt;</a:t>
            </a:r>
          </a:p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tar -xvf &lt;ダウンロードした配布ファイル&gt;</a:t>
            </a:r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7242B40F-102B-F6A0-0FE1-32BDFBFD1FE8}"/>
              </a:ext>
            </a:extLst>
          </p:cNvPr>
          <p:cNvSpPr/>
          <p:nvPr/>
        </p:nvSpPr>
        <p:spPr>
          <a:xfrm>
            <a:off x="1189823" y="5055326"/>
            <a:ext cx="6136952" cy="1009438"/>
          </a:xfrm>
          <a:prstGeom prst="roundRect">
            <a:avLst>
              <a:gd name="adj" fmla="val 8148"/>
            </a:avLst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ROOTの環境設定を登録</a:t>
            </a:r>
          </a:p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source ~/シェル設定</a:t>
            </a:r>
          </a:p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root</a:t>
            </a:r>
            <a:endParaRPr lang="ja-JP" sz="1400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片側の 2 つの角を丸めた四角形 22">
            <a:extLst>
              <a:ext uri="{FF2B5EF4-FFF2-40B4-BE49-F238E27FC236}">
                <a16:creationId xmlns:a16="http://schemas.microsoft.com/office/drawing/2014/main" id="{CDB54495-7388-0DA8-E58C-835817555377}"/>
              </a:ext>
            </a:extLst>
          </p:cNvPr>
          <p:cNvSpPr/>
          <p:nvPr/>
        </p:nvSpPr>
        <p:spPr>
          <a:xfrm>
            <a:off x="1373069" y="3226077"/>
            <a:ext cx="1793464" cy="260020"/>
          </a:xfrm>
          <a:prstGeom prst="round2SameRect">
            <a:avLst>
              <a:gd name="adj1" fmla="val 0"/>
              <a:gd name="adj2" fmla="val 2640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ja-JP" sz="1400" noProof="1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AlmaLinux / RHEL</a:t>
            </a:r>
            <a:r>
              <a:rPr lang="ja-JP" altLang="en-US" sz="1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系</a:t>
            </a:r>
            <a:br>
              <a:rPr lang="ja-JP" sz="1300" noProof="1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1" lang="ja-JP" sz="1300" noProof="1"/>
          </a:p>
        </p:txBody>
      </p:sp>
      <p:sp>
        <p:nvSpPr>
          <p:cNvPr id="24" name="片側の 2 つの角を丸めた四角形 23">
            <a:extLst>
              <a:ext uri="{FF2B5EF4-FFF2-40B4-BE49-F238E27FC236}">
                <a16:creationId xmlns:a16="http://schemas.microsoft.com/office/drawing/2014/main" id="{4874EC96-A105-AB4C-F1DD-61303BC77498}"/>
              </a:ext>
            </a:extLst>
          </p:cNvPr>
          <p:cNvSpPr/>
          <p:nvPr/>
        </p:nvSpPr>
        <p:spPr>
          <a:xfrm>
            <a:off x="1373069" y="5055326"/>
            <a:ext cx="1793464" cy="260020"/>
          </a:xfrm>
          <a:prstGeom prst="round2SameRect">
            <a:avLst>
              <a:gd name="adj1" fmla="val 0"/>
              <a:gd name="adj2" fmla="val 2640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ja-JP" sz="1400" noProof="1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AlmaLinux / RHEL</a:t>
            </a:r>
            <a:r>
              <a:rPr lang="ja-JP" altLang="en-US" sz="1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系</a:t>
            </a:r>
            <a:br>
              <a:rPr lang="ja-JP" sz="1300" noProof="1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1" lang="ja-JP" sz="1300" noProof="1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4CEE107-4FB2-C0F9-D18C-513C22756534}"/>
              </a:ext>
            </a:extLst>
          </p:cNvPr>
          <p:cNvSpPr txBox="1"/>
          <p:nvPr/>
        </p:nvSpPr>
        <p:spPr>
          <a:xfrm>
            <a:off x="1189823" y="6046938"/>
            <a:ext cx="4595810" cy="5223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2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.q</a:t>
            </a:r>
            <a:r>
              <a:rPr lang="ja-JP" altLang="en-US" sz="1200">
                <a:latin typeface="+mn-ea"/>
                <a:cs typeface="源柔ゴシック Regular" panose="020B0302020203020207" pitchFamily="50" charset="-128"/>
              </a:rPr>
              <a:t>で終了する。早くできた人は</a:t>
            </a:r>
            <a:r>
              <a:rPr lang="en-US" altLang="ja-JP" sz="12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.demo</a:t>
            </a:r>
            <a:r>
              <a:rPr lang="ja-JP" altLang="en-US" sz="1200">
                <a:latin typeface="+mn-ea"/>
                <a:cs typeface="源柔ゴシック Regular" panose="020B0302020203020207" pitchFamily="50" charset="-128"/>
              </a:rPr>
              <a:t>で機能を試してみるとよい。</a:t>
            </a:r>
            <a:br>
              <a:rPr kumimoji="1" lang="en-US" altLang="ja-JP" sz="1200">
                <a:latin typeface="+mn-ea"/>
                <a:cs typeface="源柔ゴシック Regular" panose="020B0302020203020207" pitchFamily="50" charset="-128"/>
              </a:rPr>
            </a:br>
            <a:r>
              <a:rPr kumimoji="1" lang="en-US" altLang="ja-JP" sz="1200">
                <a:latin typeface="+mn-ea"/>
                <a:cs typeface="源柔ゴシック Regular" panose="020B0302020203020207" pitchFamily="50" charset="-128"/>
              </a:rPr>
              <a:t>※</a:t>
            </a:r>
            <a:r>
              <a:rPr kumimoji="1" lang="ja-JP" altLang="en-US" sz="1200">
                <a:latin typeface="+mn-ea"/>
                <a:cs typeface="源柔ゴシック Regular" panose="020B0302020203020207" pitchFamily="50" charset="-128"/>
              </a:rPr>
              <a:t>起動したけどなんか変</a:t>
            </a:r>
            <a:r>
              <a:rPr kumimoji="1" lang="en-US" altLang="ja-JP" sz="1200">
                <a:latin typeface="+mn-ea"/>
                <a:cs typeface="源柔ゴシック Regular" panose="020B0302020203020207" pitchFamily="50" charset="-128"/>
              </a:rPr>
              <a:t> / </a:t>
            </a:r>
            <a:r>
              <a:rPr kumimoji="1" lang="ja-JP" altLang="en-US" sz="1200">
                <a:latin typeface="+mn-ea"/>
                <a:cs typeface="源柔ゴシック Regular" panose="020B0302020203020207" pitchFamily="50" charset="-128"/>
              </a:rPr>
              <a:t>起動しない→</a:t>
            </a:r>
            <a:r>
              <a:rPr kumimoji="1" lang="en-US" altLang="ja-JP" sz="1200">
                <a:latin typeface="+mn-ea"/>
                <a:cs typeface="源柔ゴシック Regular" panose="020B0302020203020207" pitchFamily="50" charset="-128"/>
              </a:rPr>
              <a:t>FAQ</a:t>
            </a:r>
            <a:r>
              <a:rPr kumimoji="1" lang="ja-JP" altLang="en-US" sz="1200">
                <a:latin typeface="+mn-ea"/>
                <a:cs typeface="源柔ゴシック Regular" panose="020B0302020203020207" pitchFamily="50" charset="-128"/>
              </a:rPr>
              <a:t>を参照</a:t>
            </a:r>
          </a:p>
        </p:txBody>
      </p:sp>
    </p:spTree>
    <p:extLst>
      <p:ext uri="{BB962C8B-B14F-4D97-AF65-F5344CB8AC3E}">
        <p14:creationId xmlns:p14="http://schemas.microsoft.com/office/powerpoint/2010/main" val="4051765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1065D-DEE0-665C-F8AF-AC05C2A8F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BA80A4-AC53-0E74-7F84-91A162F780C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705600"/>
          </a:xfrm>
          <a:prstGeom prst="rect">
            <a:avLst/>
          </a:prstGeom>
          <a:solidFill>
            <a:schemeClr val="accent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ビルド済みバイナリ編</a:t>
            </a:r>
            <a:r>
              <a:rPr lang="en-US" altLang="ja-JP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 for </a:t>
            </a:r>
            <a:r>
              <a:rPr lang="en-US" altLang="ja-JP" sz="280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Ubuntu</a:t>
            </a:r>
            <a:endParaRPr kumimoji="1" lang="ja-JP" altLang="en-US" sz="2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  <a:cs typeface="源柔ゴシック Regular" panose="020B0302020203020207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3AF624-09B3-77C3-3DEE-2D12BD915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078FA9B-72CC-6422-35D9-AFFA5857531C}"/>
              </a:ext>
            </a:extLst>
          </p:cNvPr>
          <p:cNvSpPr txBox="1"/>
          <p:nvPr/>
        </p:nvSpPr>
        <p:spPr>
          <a:xfrm>
            <a:off x="814773" y="1060010"/>
            <a:ext cx="10598898" cy="40146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sz="1600">
                <a:latin typeface="Consolas" panose="020B0609020204030204" pitchFamily="49" charset="0"/>
                <a:cs typeface="源柔ゴシック Regular" panose="020B0302020203020207" pitchFamily="50" charset="-128"/>
              </a:rPr>
              <a:t>前提パッケージを導入する。必要なパッケージは公式サイトに掲載されている：</a:t>
            </a:r>
            <a:r>
              <a:rPr lang="en-GB" altLang="ja-JP" sz="160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Dependencies – ROOT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ホームディレクトリに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ja-JP" sz="1600">
                <a:latin typeface="Consolas" panose="020B0609020204030204" pitchFamily="49" charset="0"/>
                <a:cs typeface="Consolas" panose="020B0609020204030204" pitchFamily="49" charset="0"/>
              </a:rPr>
              <a:t>opt/</a:t>
            </a:r>
            <a:r>
              <a:rPr lang="en-US" altLang="ja-JP" sz="1600">
                <a:latin typeface="+mn-ea"/>
                <a:cs typeface="Consolas" panose="020B0609020204030204" pitchFamily="49" charset="0"/>
              </a:rPr>
              <a:t> 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を作り、移動。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Ubuntu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のバージョンは</a:t>
            </a:r>
            <a:r>
              <a:rPr lang="en-US" altLang="ja-JP" sz="1600" err="1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lsb_release</a:t>
            </a:r>
            <a:r>
              <a:rPr lang="en-US" altLang="ja-JP" sz="16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-a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で確認できる。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  <a:hlinkClick r:id="rId4"/>
              </a:rPr>
              <a:t>公式サイト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で自分の環境向けのファイル名を確認し、ダウンロード・展開する。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PATH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を通し、起動確認。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163F304F-5083-323C-63F8-A64E0ED48F30}"/>
              </a:ext>
            </a:extLst>
          </p:cNvPr>
          <p:cNvSpPr/>
          <p:nvPr/>
        </p:nvSpPr>
        <p:spPr>
          <a:xfrm>
            <a:off x="1189823" y="1409668"/>
            <a:ext cx="8868578" cy="1009438"/>
          </a:xfrm>
          <a:prstGeom prst="roundRect">
            <a:avLst>
              <a:gd name="adj" fmla="val 8148"/>
            </a:avLst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sudo apt update</a:t>
            </a:r>
          </a:p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sudo apt install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-y</a:t>
            </a:r>
            <a:r>
              <a:rPr 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binutils cmake dpkg-dev g++ gcc libssl-dev git libx11-dev libxext-dev libxft-dev libxpm-dev python3 libtbb-dev libvdt-dev libgif-dev</a:t>
            </a:r>
          </a:p>
        </p:txBody>
      </p:sp>
      <p:sp>
        <p:nvSpPr>
          <p:cNvPr id="15" name="片側の 2 つの角を丸めた四角形 14">
            <a:extLst>
              <a:ext uri="{FF2B5EF4-FFF2-40B4-BE49-F238E27FC236}">
                <a16:creationId xmlns:a16="http://schemas.microsoft.com/office/drawing/2014/main" id="{F57E7405-15BB-49B9-77B8-F34DE74B10AB}"/>
              </a:ext>
            </a:extLst>
          </p:cNvPr>
          <p:cNvSpPr/>
          <p:nvPr/>
        </p:nvSpPr>
        <p:spPr>
          <a:xfrm>
            <a:off x="1373069" y="1409668"/>
            <a:ext cx="1674931" cy="260020"/>
          </a:xfrm>
          <a:prstGeom prst="round2SameRect">
            <a:avLst>
              <a:gd name="adj1" fmla="val 0"/>
              <a:gd name="adj2" fmla="val 2640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ja-JP" sz="1400" noProof="1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sz="1300" noProof="1">
                <a:latin typeface="Segoe UI" panose="020B0502040204020203" pitchFamily="34" charset="0"/>
                <a:cs typeface="Segoe UI" panose="020B0502040204020203" pitchFamily="34" charset="0"/>
              </a:rPr>
              <a:t>Ubuntu / Debian系</a:t>
            </a:r>
            <a:br>
              <a:rPr lang="ja-JP" sz="1300" noProof="1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1" lang="ja-JP" sz="1300" noProof="1"/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723BC51B-6288-2381-BE22-BE75A2DD34AA}"/>
              </a:ext>
            </a:extLst>
          </p:cNvPr>
          <p:cNvSpPr/>
          <p:nvPr/>
        </p:nvSpPr>
        <p:spPr>
          <a:xfrm>
            <a:off x="1192937" y="3226077"/>
            <a:ext cx="8865464" cy="1288800"/>
          </a:xfrm>
          <a:prstGeom prst="roundRect">
            <a:avLst>
              <a:gd name="adj" fmla="val 8148"/>
            </a:avLst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mkdir ~/opt</a:t>
            </a:r>
          </a:p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cd ~/opt</a:t>
            </a:r>
            <a:r>
              <a:rPr lang="en-US" altLang="ja-JP" sz="1400" noProof="1">
                <a:solidFill>
                  <a:srgbClr val="FAFAF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</a:t>
            </a:r>
            <a:r>
              <a:rPr kumimoji="1" lang="en-US" altLang="ja-JP" sz="1400" b="0" i="0" u="none" strike="noStrike" kern="1200" cap="none" spc="0" normalizeH="0" baseline="0" noProof="1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kumimoji="1" lang="ja-JP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→これより後ろは自分の</a:t>
            </a:r>
            <a:r>
              <a:rPr kumimoji="1" lang="en-US" altLang="ja-JP" sz="1400" b="0" i="0" u="none" strike="noStrike" kern="1200" cap="none" spc="0" normalizeH="0" baseline="0" noProof="1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kumimoji="1" lang="ja-JP" altLang="en-US" sz="1400" b="0" i="0" u="none" strike="noStrike" kern="1200" cap="none" spc="0" normalizeH="0" baseline="0" noProof="1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に合ったものを公式サイトで確認する</a:t>
            </a:r>
            <a:endParaRPr lang="en-US" altLang="ja-JP" sz="1400" noProof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wget &lt;公式サイトで確認したURL&gt;</a:t>
            </a:r>
          </a:p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tar -xvf &lt;ダウンロードした配布ファイル&gt;</a:t>
            </a:r>
          </a:p>
        </p:txBody>
      </p:sp>
      <p:sp>
        <p:nvSpPr>
          <p:cNvPr id="20" name="片側の 2 つの角を丸めた四角形 19">
            <a:extLst>
              <a:ext uri="{FF2B5EF4-FFF2-40B4-BE49-F238E27FC236}">
                <a16:creationId xmlns:a16="http://schemas.microsoft.com/office/drawing/2014/main" id="{11F8119B-BD69-05A9-5C31-E7A91021B4B7}"/>
              </a:ext>
            </a:extLst>
          </p:cNvPr>
          <p:cNvSpPr/>
          <p:nvPr/>
        </p:nvSpPr>
        <p:spPr>
          <a:xfrm>
            <a:off x="1373068" y="3228536"/>
            <a:ext cx="1674931" cy="260020"/>
          </a:xfrm>
          <a:prstGeom prst="round2SameRect">
            <a:avLst>
              <a:gd name="adj1" fmla="val 0"/>
              <a:gd name="adj2" fmla="val 2640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ja-JP" sz="1400" noProof="1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sz="1300" noProof="1">
                <a:latin typeface="Segoe UI" panose="020B0502040204020203" pitchFamily="34" charset="0"/>
                <a:cs typeface="Segoe UI" panose="020B0502040204020203" pitchFamily="34" charset="0"/>
              </a:rPr>
              <a:t>Ubuntu / Debian系</a:t>
            </a:r>
            <a:br>
              <a:rPr lang="ja-JP" sz="1300" noProof="1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1" lang="ja-JP" sz="1300" noProof="1"/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56708268-55B1-DCF8-C8AD-B45329F86B17}"/>
              </a:ext>
            </a:extLst>
          </p:cNvPr>
          <p:cNvSpPr/>
          <p:nvPr/>
        </p:nvSpPr>
        <p:spPr>
          <a:xfrm>
            <a:off x="1189823" y="5051835"/>
            <a:ext cx="6136666" cy="1009438"/>
          </a:xfrm>
          <a:prstGeom prst="roundRect">
            <a:avLst>
              <a:gd name="adj" fmla="val 8148"/>
            </a:avLst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ROOTの環境設定を登録</a:t>
            </a:r>
          </a:p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source ~/シェル設定</a:t>
            </a:r>
          </a:p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$ root</a:t>
            </a:r>
            <a:endParaRPr lang="ja-JP" sz="1400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片側の 2 つの角を丸めた四角形 21">
            <a:extLst>
              <a:ext uri="{FF2B5EF4-FFF2-40B4-BE49-F238E27FC236}">
                <a16:creationId xmlns:a16="http://schemas.microsoft.com/office/drawing/2014/main" id="{EFC504FD-9D97-D4C9-A3CC-42623776CB51}"/>
              </a:ext>
            </a:extLst>
          </p:cNvPr>
          <p:cNvSpPr/>
          <p:nvPr/>
        </p:nvSpPr>
        <p:spPr>
          <a:xfrm>
            <a:off x="1373069" y="5051835"/>
            <a:ext cx="1674931" cy="260020"/>
          </a:xfrm>
          <a:prstGeom prst="round2SameRect">
            <a:avLst>
              <a:gd name="adj1" fmla="val 0"/>
              <a:gd name="adj2" fmla="val 26403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ja-JP" sz="1400" noProof="1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sz="1300" noProof="1">
                <a:latin typeface="Segoe UI" panose="020B0502040204020203" pitchFamily="34" charset="0"/>
                <a:cs typeface="Segoe UI" panose="020B0502040204020203" pitchFamily="34" charset="0"/>
              </a:rPr>
              <a:t>Ubuntu / Debian系</a:t>
            </a:r>
            <a:br>
              <a:rPr lang="ja-JP" sz="1300" noProof="1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1" lang="ja-JP" sz="1300" noProof="1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E165EE5-B4AD-93DE-2A83-1F1A9B906118}"/>
              </a:ext>
            </a:extLst>
          </p:cNvPr>
          <p:cNvSpPr txBox="1"/>
          <p:nvPr/>
        </p:nvSpPr>
        <p:spPr>
          <a:xfrm>
            <a:off x="1189823" y="6046938"/>
            <a:ext cx="4595810" cy="5223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2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.q</a:t>
            </a:r>
            <a:r>
              <a:rPr lang="ja-JP" altLang="en-US" sz="1200">
                <a:latin typeface="+mn-ea"/>
                <a:cs typeface="源柔ゴシック Regular" panose="020B0302020203020207" pitchFamily="50" charset="-128"/>
              </a:rPr>
              <a:t>で終了する。早くできた人は</a:t>
            </a:r>
            <a:r>
              <a:rPr lang="en-US" altLang="ja-JP" sz="12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.demo</a:t>
            </a:r>
            <a:r>
              <a:rPr lang="ja-JP" altLang="en-US" sz="1200">
                <a:latin typeface="+mn-ea"/>
                <a:cs typeface="源柔ゴシック Regular" panose="020B0302020203020207" pitchFamily="50" charset="-128"/>
              </a:rPr>
              <a:t>で機能を試してみるとよい。</a:t>
            </a:r>
            <a:br>
              <a:rPr kumimoji="1" lang="en-US" altLang="ja-JP" sz="1200">
                <a:latin typeface="+mn-ea"/>
                <a:cs typeface="源柔ゴシック Regular" panose="020B0302020203020207" pitchFamily="50" charset="-128"/>
              </a:rPr>
            </a:br>
            <a:r>
              <a:rPr kumimoji="1" lang="en-US" altLang="ja-JP" sz="1200">
                <a:latin typeface="+mn-ea"/>
                <a:cs typeface="源柔ゴシック Regular" panose="020B0302020203020207" pitchFamily="50" charset="-128"/>
              </a:rPr>
              <a:t>※</a:t>
            </a:r>
            <a:r>
              <a:rPr kumimoji="1" lang="ja-JP" altLang="en-US" sz="1200">
                <a:latin typeface="+mn-ea"/>
                <a:cs typeface="源柔ゴシック Regular" panose="020B0302020203020207" pitchFamily="50" charset="-128"/>
              </a:rPr>
              <a:t>起動したけどなんか変</a:t>
            </a:r>
            <a:r>
              <a:rPr kumimoji="1" lang="en-US" altLang="ja-JP" sz="1200">
                <a:latin typeface="+mn-ea"/>
                <a:cs typeface="源柔ゴシック Regular" panose="020B0302020203020207" pitchFamily="50" charset="-128"/>
              </a:rPr>
              <a:t> / </a:t>
            </a:r>
            <a:r>
              <a:rPr kumimoji="1" lang="ja-JP" altLang="en-US" sz="1200">
                <a:latin typeface="+mn-ea"/>
                <a:cs typeface="源柔ゴシック Regular" panose="020B0302020203020207" pitchFamily="50" charset="-128"/>
              </a:rPr>
              <a:t>起動しない→</a:t>
            </a:r>
            <a:r>
              <a:rPr kumimoji="1" lang="en-US" altLang="ja-JP" sz="1200">
                <a:latin typeface="+mn-ea"/>
                <a:cs typeface="源柔ゴシック Regular" panose="020B0302020203020207" pitchFamily="50" charset="-128"/>
              </a:rPr>
              <a:t>FAQ</a:t>
            </a:r>
            <a:r>
              <a:rPr kumimoji="1" lang="ja-JP" altLang="en-US" sz="1200">
                <a:latin typeface="+mn-ea"/>
                <a:cs typeface="源柔ゴシック Regular" panose="020B0302020203020207" pitchFamily="50" charset="-128"/>
              </a:rPr>
              <a:t>を参照</a:t>
            </a:r>
          </a:p>
        </p:txBody>
      </p:sp>
      <p:sp>
        <p:nvSpPr>
          <p:cNvPr id="12" name="四角形: 上の 2 つの角を丸める 4">
            <a:extLst>
              <a:ext uri="{FF2B5EF4-FFF2-40B4-BE49-F238E27FC236}">
                <a16:creationId xmlns:a16="http://schemas.microsoft.com/office/drawing/2014/main" id="{E304314E-7BC3-F01C-C2CC-A64ABB59D1CC}"/>
              </a:ext>
            </a:extLst>
          </p:cNvPr>
          <p:cNvSpPr/>
          <p:nvPr/>
        </p:nvSpPr>
        <p:spPr>
          <a:xfrm>
            <a:off x="7981485" y="4736680"/>
            <a:ext cx="3820246" cy="293072"/>
          </a:xfrm>
          <a:prstGeom prst="round2SameRect">
            <a:avLst>
              <a:gd name="adj1" fmla="val 19179"/>
              <a:gd name="adj2" fmla="val 0"/>
            </a:avLst>
          </a:prstGeom>
          <a:solidFill>
            <a:srgbClr val="FFF6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 anchorCtr="1">
            <a:spAutoFit/>
          </a:bodyPr>
          <a:lstStyle/>
          <a:p>
            <a:pPr algn="ctr"/>
            <a:r>
              <a:rPr lang="ja-JP" sz="1200" noProof="0">
                <a:solidFill>
                  <a:sysClr val="windowText" lastClr="000000"/>
                </a:solidFill>
              </a:rPr>
              <a:t>Tips：</a:t>
            </a:r>
            <a:r>
              <a:rPr lang="en-US" altLang="ja-JP" sz="1200">
                <a:solidFill>
                  <a:sysClr val="windowText" lastClr="000000"/>
                </a:solidFill>
              </a:rPr>
              <a:t>Tab</a:t>
            </a:r>
            <a:r>
              <a:rPr lang="ja-JP" altLang="en-US" sz="1200">
                <a:solidFill>
                  <a:sysClr val="windowText" lastClr="000000"/>
                </a:solidFill>
              </a:rPr>
              <a:t>を活用しよう</a:t>
            </a:r>
            <a:endParaRPr lang="en-US" altLang="ja-JP" sz="1200">
              <a:solidFill>
                <a:sysClr val="windowText" lastClr="000000"/>
              </a:solidFill>
            </a:endParaRPr>
          </a:p>
        </p:txBody>
      </p:sp>
      <p:sp>
        <p:nvSpPr>
          <p:cNvPr id="14" name="四角形: 上の 2 つの角を丸める 5">
            <a:extLst>
              <a:ext uri="{FF2B5EF4-FFF2-40B4-BE49-F238E27FC236}">
                <a16:creationId xmlns:a16="http://schemas.microsoft.com/office/drawing/2014/main" id="{887D1D61-D894-1DE5-1EBF-C09D276D7DF8}"/>
              </a:ext>
            </a:extLst>
          </p:cNvPr>
          <p:cNvSpPr/>
          <p:nvPr/>
        </p:nvSpPr>
        <p:spPr>
          <a:xfrm rot="10800000" flipV="1">
            <a:off x="7981485" y="5024129"/>
            <a:ext cx="3819904" cy="1426057"/>
          </a:xfrm>
          <a:prstGeom prst="round2SameRect">
            <a:avLst>
              <a:gd name="adj1" fmla="val 0"/>
              <a:gd name="adj2" fmla="val 445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kumimoji="1"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これらの入力を行うのは手間ではないだろうか？ターミナルでファイル名を入力する時、</a:t>
            </a:r>
            <a:r>
              <a:rPr kumimoji="1"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Tab</a:t>
            </a:r>
            <a:r>
              <a:rPr lang="ja-JP" altLang="en-US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キーを押せば補完・候補を表示できる。</a:t>
            </a:r>
            <a:r>
              <a:rPr lang="en-US" altLang="ja-JP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tar –</a:t>
            </a:r>
            <a:r>
              <a:rPr lang="en-US" altLang="ja-JP" sz="1200" err="1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xvf</a:t>
            </a:r>
            <a:r>
              <a:rPr lang="en-US" altLang="ja-JP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</a:t>
            </a:r>
            <a:r>
              <a:rPr lang="en-US" altLang="ja-JP" sz="1200" err="1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roo</a:t>
            </a:r>
            <a:r>
              <a:rPr lang="ja-JP" altLang="en-US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まで入力して</a:t>
            </a:r>
            <a:r>
              <a:rPr lang="en-US" altLang="ja-JP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Tab</a:t>
            </a:r>
            <a:r>
              <a:rPr lang="ja-JP" altLang="en-US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を押してみよ。補完できなければファイルが存在しないか、そこまでで誤字をしている。</a:t>
            </a:r>
            <a:endParaRPr kumimoji="1" lang="ja-JP" sz="1200" noProof="0">
              <a:solidFill>
                <a:sysClr val="windowText" lastClr="000000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571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0F15A-6B6E-DB3B-2EE7-02867D20A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9677CA-1CE3-5DA8-2705-211316BA701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705600"/>
          </a:xfrm>
          <a:prstGeom prst="rect">
            <a:avLst/>
          </a:prstGeom>
          <a:solidFill>
            <a:schemeClr val="accent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ビルド済みバイナリ編</a:t>
            </a:r>
            <a:r>
              <a:rPr lang="en-US" altLang="ja-JP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 for </a:t>
            </a:r>
            <a:r>
              <a:rPr lang="en-US" altLang="ja-JP" sz="280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Windows</a:t>
            </a:r>
            <a:endParaRPr kumimoji="1" lang="ja-JP" altLang="en-US" sz="2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  <a:cs typeface="源柔ゴシック Regular" panose="020B0302020203020207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68EAC0C-A5D4-3D10-0011-EA9F9018A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9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0E13CB4-936A-6DD8-C0AC-A7DC0B60D34D}"/>
              </a:ext>
            </a:extLst>
          </p:cNvPr>
          <p:cNvSpPr txBox="1"/>
          <p:nvPr/>
        </p:nvSpPr>
        <p:spPr>
          <a:xfrm>
            <a:off x="814773" y="1060010"/>
            <a:ext cx="10598898" cy="1798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Visual Studio 2022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インストーラをダウンロードする。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インストーラを起動し、「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Visual Studio Community &gt; C++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によるデスクトップ開発」を選択。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右のチェックボックスのうち、以下をチェックし、インストール。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・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x64/x86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用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MSVC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ビルドツール（最新）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・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Windows 11 SDK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CA8F066-BA37-83EE-13D0-FF204EC58FA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114202" y="2858708"/>
            <a:ext cx="5961892" cy="37440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2C66305-6E55-78E3-6F89-21B4A46932C3}"/>
              </a:ext>
            </a:extLst>
          </p:cNvPr>
          <p:cNvSpPr txBox="1"/>
          <p:nvPr/>
        </p:nvSpPr>
        <p:spPr>
          <a:xfrm>
            <a:off x="3037420" y="6605819"/>
            <a:ext cx="6115457" cy="1840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ja-JP" altLang="en-US" sz="900">
                <a:latin typeface="Segoe UI" panose="020B0502040204020203" pitchFamily="34" charset="0"/>
                <a:cs typeface="Segoe UI" panose="020B0502040204020203" pitchFamily="34" charset="0"/>
              </a:rPr>
              <a:t>今後</a:t>
            </a:r>
            <a:r>
              <a:rPr lang="en-US" altLang="ja-JP" sz="900">
                <a:latin typeface="Segoe UI" panose="020B0502040204020203" pitchFamily="34" charset="0"/>
                <a:cs typeface="Segoe UI" panose="020B0502040204020203" pitchFamily="34" charset="0"/>
              </a:rPr>
              <a:t>C++</a:t>
            </a:r>
            <a:r>
              <a:rPr lang="ja-JP" altLang="en-US" sz="900">
                <a:latin typeface="Segoe UI" panose="020B0502040204020203" pitchFamily="34" charset="0"/>
                <a:cs typeface="Segoe UI" panose="020B0502040204020203" pitchFamily="34" charset="0"/>
              </a:rPr>
              <a:t>で開発をしたい人はデフォルトのままでよい。また、後から必要に迫られたら、再インストールすればよい。</a:t>
            </a:r>
            <a:endParaRPr kumimoji="1" lang="ja-JP" altLang="en-US" sz="900">
              <a:latin typeface="+mn-ea"/>
              <a:cs typeface="源柔ゴシック Regular" panose="020B0302020203020207" pitchFamily="50" charset="-128"/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2DFD9026-D632-A646-9A84-E6A9F731C328}"/>
              </a:ext>
            </a:extLst>
          </p:cNvPr>
          <p:cNvCxnSpPr/>
          <p:nvPr/>
        </p:nvCxnSpPr>
        <p:spPr>
          <a:xfrm>
            <a:off x="7518400" y="3754967"/>
            <a:ext cx="26246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1B2042D9-EE9E-3A06-27EA-1F656A690C95}"/>
              </a:ext>
            </a:extLst>
          </p:cNvPr>
          <p:cNvCxnSpPr/>
          <p:nvPr/>
        </p:nvCxnSpPr>
        <p:spPr>
          <a:xfrm>
            <a:off x="7518400" y="4580467"/>
            <a:ext cx="26246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617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99FF2-65DB-39D1-E12C-5A62DEAE9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C90900-4D90-AF58-D0B4-327B5A32C6E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705600"/>
          </a:xfrm>
          <a:prstGeom prst="rect">
            <a:avLst/>
          </a:prstGeom>
          <a:solidFill>
            <a:schemeClr val="accent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ビルド済みバイナリ編</a:t>
            </a:r>
            <a:r>
              <a:rPr lang="en-US" altLang="ja-JP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 for </a:t>
            </a:r>
            <a:r>
              <a:rPr lang="en-US" altLang="ja-JP" sz="280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Windows</a:t>
            </a:r>
            <a:endParaRPr kumimoji="1" lang="ja-JP" altLang="en-US" sz="2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  <a:cs typeface="源柔ゴシック Regular" panose="020B0302020203020207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FB2251-997D-8E11-3A5B-0BC16A127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10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2094BE7-A448-0E5F-DEEE-FDB31C789E5F}"/>
              </a:ext>
            </a:extLst>
          </p:cNvPr>
          <p:cNvSpPr txBox="1"/>
          <p:nvPr/>
        </p:nvSpPr>
        <p:spPr>
          <a:xfrm>
            <a:off x="814773" y="1060010"/>
            <a:ext cx="10598898" cy="56766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 startAt="4"/>
            </a:pP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ROOT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インストーラ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をダウンロードし、実行。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⑤⑥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に注意し進める。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4"/>
            </a:pPr>
            <a:r>
              <a:rPr lang="en-US" altLang="ja-JP" sz="1600" b="1">
                <a:latin typeface="Segoe UI" panose="020B0502040204020203" pitchFamily="34" charset="0"/>
                <a:cs typeface="Segoe UI" panose="020B0502040204020203" pitchFamily="34" charset="0"/>
              </a:rPr>
              <a:t>Add ROOT to the system PATH for all users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を選択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	</a:t>
            </a:r>
            <a:r>
              <a:rPr lang="en-US" altLang="ja-JP" sz="1200">
                <a:latin typeface="Segoe UI" panose="020B0502040204020203" pitchFamily="34" charset="0"/>
                <a:cs typeface="Segoe UI" panose="020B0502040204020203" pitchFamily="34" charset="0"/>
              </a:rPr>
              <a:t>※</a:t>
            </a: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うっかり飛ばしてしまった→</a:t>
            </a:r>
            <a:r>
              <a:rPr lang="en-US" altLang="ja-JP" sz="1200">
                <a:latin typeface="Segoe UI" panose="020B0502040204020203" pitchFamily="34" charset="0"/>
                <a:cs typeface="Segoe UI" panose="020B0502040204020203" pitchFamily="34" charset="0"/>
              </a:rPr>
              <a:t>FAQ</a:t>
            </a: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「起動できない」を参照</a:t>
            </a:r>
            <a:endParaRPr lang="en-US" altLang="ja-JP" sz="12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4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4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4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4"/>
            </a:pPr>
            <a:endParaRPr lang="en-US" altLang="ja-JP" sz="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4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4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4"/>
            </a:pPr>
            <a:r>
              <a:rPr lang="en-US" altLang="ja-JP" sz="1600" b="1">
                <a:latin typeface="Segoe UI" panose="020B0502040204020203" pitchFamily="34" charset="0"/>
                <a:cs typeface="Segoe UI" panose="020B0502040204020203" pitchFamily="34" charset="0"/>
              </a:rPr>
              <a:t>Full Installation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を選択</a:t>
            </a: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（デフォルトのまま）</a:t>
            </a:r>
            <a:endParaRPr lang="en-US" altLang="ja-JP" sz="12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4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4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4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4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4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4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 startAt="4"/>
            </a:pP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root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を実行し、起動確認。</a:t>
            </a:r>
            <a:endParaRPr lang="en-US" altLang="ja-JP" sz="1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B5C954A-5AA7-AE25-8344-9CC399A52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222" y="4151369"/>
            <a:ext cx="3317563" cy="20530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C4C91B40-84F0-CB8D-53AD-2C728EAAB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222" y="1760642"/>
            <a:ext cx="3326988" cy="20624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D22CA176-C6CB-150B-8637-70E65A54EF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5758" y="2043791"/>
            <a:ext cx="6789683" cy="31341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FE2A22F-3EA0-A1E2-1382-C8A012395FF2}"/>
              </a:ext>
            </a:extLst>
          </p:cNvPr>
          <p:cNvSpPr txBox="1"/>
          <p:nvPr/>
        </p:nvSpPr>
        <p:spPr>
          <a:xfrm>
            <a:off x="5215758" y="5177892"/>
            <a:ext cx="6789683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ja-JP" altLang="en-US" sz="900">
                <a:latin typeface="+mn-ea"/>
                <a:cs typeface="源柔ゴシック Regular" panose="020B0302020203020207" pitchFamily="50" charset="-128"/>
              </a:rPr>
              <a:t>普通は</a:t>
            </a:r>
            <a:r>
              <a:rPr lang="en-US" altLang="ja-JP" sz="900">
                <a:latin typeface="+mn-ea"/>
                <a:cs typeface="源柔ゴシック Regular" panose="020B0302020203020207" pitchFamily="50" charset="-128"/>
              </a:rPr>
              <a:t>Windows Visual Studio 2022 64-bit x64</a:t>
            </a:r>
            <a:r>
              <a:rPr lang="ja-JP" altLang="en-US" sz="900">
                <a:latin typeface="+mn-ea"/>
                <a:cs typeface="源柔ゴシック Regular" panose="020B0302020203020207" pitchFamily="50" charset="-128"/>
              </a:rPr>
              <a:t>を選択。</a:t>
            </a:r>
            <a:r>
              <a:rPr kumimoji="1" lang="ja-JP" altLang="en-US" sz="900">
                <a:latin typeface="+mn-ea"/>
                <a:cs typeface="源柔ゴシック Regular" panose="020B0302020203020207" pitchFamily="50" charset="-128"/>
              </a:rPr>
              <a:t>一部、古い</a:t>
            </a:r>
            <a:r>
              <a:rPr kumimoji="1" lang="en-US" altLang="ja-JP" sz="900">
                <a:latin typeface="+mn-ea"/>
                <a:cs typeface="源柔ゴシック Regular" panose="020B0302020203020207" pitchFamily="50" charset="-128"/>
              </a:rPr>
              <a:t>PC</a:t>
            </a:r>
            <a:r>
              <a:rPr kumimoji="1" lang="ja-JP" altLang="en-US" sz="900">
                <a:latin typeface="+mn-ea"/>
                <a:cs typeface="源柔ゴシック Regular" panose="020B0302020203020207" pitchFamily="50" charset="-128"/>
              </a:rPr>
              <a:t>を使用している場合は、</a:t>
            </a:r>
            <a:r>
              <a:rPr kumimoji="1" lang="en-US" altLang="ja-JP" sz="900">
                <a:latin typeface="+mn-ea"/>
                <a:cs typeface="源柔ゴシック Regular" panose="020B0302020203020207" pitchFamily="50" charset="-128"/>
              </a:rPr>
              <a:t>CPU</a:t>
            </a:r>
            <a:r>
              <a:rPr kumimoji="1" lang="ja-JP" altLang="en-US" sz="900">
                <a:latin typeface="+mn-ea"/>
                <a:cs typeface="源柔ゴシック Regular" panose="020B0302020203020207" pitchFamily="50" charset="-128"/>
              </a:rPr>
              <a:t>のアーキテクチャが</a:t>
            </a:r>
            <a:r>
              <a:rPr kumimoji="1" lang="en-US" altLang="ja-JP" sz="900">
                <a:latin typeface="+mn-ea"/>
                <a:cs typeface="源柔ゴシック Regular" panose="020B0302020203020207" pitchFamily="50" charset="-128"/>
              </a:rPr>
              <a:t>x32</a:t>
            </a:r>
            <a:r>
              <a:rPr kumimoji="1" lang="ja-JP" altLang="en-US" sz="900">
                <a:latin typeface="+mn-ea"/>
                <a:cs typeface="源柔ゴシック Regular" panose="020B0302020203020207" pitchFamily="50" charset="-128"/>
              </a:rPr>
              <a:t>の場合がある。不安であれば「設定</a:t>
            </a:r>
            <a:r>
              <a:rPr kumimoji="1" lang="en-US" altLang="ja-JP" sz="900">
                <a:latin typeface="+mn-ea"/>
                <a:cs typeface="源柔ゴシック Regular" panose="020B0302020203020207" pitchFamily="50" charset="-128"/>
              </a:rPr>
              <a:t>&gt;</a:t>
            </a:r>
            <a:r>
              <a:rPr kumimoji="1" lang="ja-JP" altLang="en-US" sz="900">
                <a:latin typeface="+mn-ea"/>
                <a:cs typeface="源柔ゴシック Regular" panose="020B0302020203020207" pitchFamily="50" charset="-128"/>
              </a:rPr>
              <a:t>システム</a:t>
            </a:r>
            <a:r>
              <a:rPr kumimoji="1" lang="en-US" altLang="ja-JP" sz="900">
                <a:latin typeface="+mn-ea"/>
                <a:cs typeface="源柔ゴシック Regular" panose="020B0302020203020207" pitchFamily="50" charset="-128"/>
              </a:rPr>
              <a:t>&gt;</a:t>
            </a:r>
            <a:r>
              <a:rPr kumimoji="1" lang="ja-JP" altLang="en-US" sz="900">
                <a:latin typeface="+mn-ea"/>
                <a:cs typeface="源柔ゴシック Regular" panose="020B0302020203020207" pitchFamily="50" charset="-128"/>
              </a:rPr>
              <a:t>バージョン情報</a:t>
            </a:r>
            <a:r>
              <a:rPr lang="en-US" altLang="ja-JP" sz="900">
                <a:latin typeface="+mn-ea"/>
                <a:cs typeface="源柔ゴシック Regular" panose="020B0302020203020207" pitchFamily="50" charset="-128"/>
              </a:rPr>
              <a:t>&gt;</a:t>
            </a:r>
            <a:r>
              <a:rPr lang="ja-JP" altLang="en-US" sz="900">
                <a:latin typeface="+mn-ea"/>
                <a:cs typeface="源柔ゴシック Regular" panose="020B0302020203020207" pitchFamily="50" charset="-128"/>
              </a:rPr>
              <a:t>デバイスの仕様」で、システムの種類に</a:t>
            </a:r>
            <a:r>
              <a:rPr lang="en-US" altLang="ja-JP" sz="900">
                <a:latin typeface="+mn-ea"/>
                <a:cs typeface="源柔ゴシック Regular" panose="020B0302020203020207" pitchFamily="50" charset="-128"/>
              </a:rPr>
              <a:t>x64 </a:t>
            </a:r>
            <a:r>
              <a:rPr lang="ja-JP" altLang="en-US" sz="900">
                <a:latin typeface="+mn-ea"/>
                <a:cs typeface="源柔ゴシック Regular" panose="020B0302020203020207" pitchFamily="50" charset="-128"/>
              </a:rPr>
              <a:t>ベース</a:t>
            </a:r>
            <a:r>
              <a:rPr lang="en-US" altLang="ja-JP" sz="900">
                <a:latin typeface="+mn-ea"/>
                <a:cs typeface="源柔ゴシック Regular" panose="020B0302020203020207" pitchFamily="50" charset="-128"/>
              </a:rPr>
              <a:t> </a:t>
            </a:r>
            <a:r>
              <a:rPr lang="ja-JP" altLang="en-US" sz="900">
                <a:latin typeface="+mn-ea"/>
                <a:cs typeface="源柔ゴシック Regular" panose="020B0302020203020207" pitchFamily="50" charset="-128"/>
              </a:rPr>
              <a:t>プロセッサと書かれていることを確認する。</a:t>
            </a:r>
            <a:r>
              <a:rPr lang="en-US" altLang="ja-JP" sz="900">
                <a:latin typeface="+mn-ea"/>
                <a:cs typeface="源柔ゴシック Regular" panose="020B0302020203020207" pitchFamily="50" charset="-128"/>
              </a:rPr>
              <a:t>x32</a:t>
            </a:r>
            <a:r>
              <a:rPr lang="ja-JP" altLang="en-US" sz="900">
                <a:latin typeface="+mn-ea"/>
                <a:cs typeface="源柔ゴシック Regular" panose="020B0302020203020207" pitchFamily="50" charset="-128"/>
              </a:rPr>
              <a:t>であれば</a:t>
            </a:r>
            <a:r>
              <a:rPr lang="en-US" altLang="ja-JP" sz="900">
                <a:latin typeface="+mn-ea"/>
                <a:cs typeface="源柔ゴシック Regular" panose="020B0302020203020207" pitchFamily="50" charset="-128"/>
              </a:rPr>
              <a:t>32-bit x86</a:t>
            </a:r>
            <a:r>
              <a:rPr lang="ja-JP" altLang="en-US" sz="900">
                <a:latin typeface="+mn-ea"/>
                <a:cs typeface="源柔ゴシック Regular" panose="020B0302020203020207" pitchFamily="50" charset="-128"/>
              </a:rPr>
              <a:t>用のインストーラをダウンロードする。</a:t>
            </a:r>
            <a:r>
              <a:rPr kumimoji="1" lang="en-US" altLang="ja-JP" sz="900">
                <a:latin typeface="+mn-ea"/>
                <a:cs typeface="源柔ゴシック Regular" panose="020B0302020203020207" pitchFamily="50" charset="-128"/>
              </a:rPr>
              <a:t>ARM</a:t>
            </a:r>
            <a:r>
              <a:rPr kumimoji="1" lang="ja-JP" altLang="en-US" sz="900">
                <a:latin typeface="+mn-ea"/>
                <a:cs typeface="源柔ゴシック Regular" panose="020B0302020203020207" pitchFamily="50" charset="-128"/>
              </a:rPr>
              <a:t>の方（</a:t>
            </a:r>
            <a:r>
              <a:rPr kumimoji="1" lang="en-US" altLang="ja-JP" sz="900">
                <a:latin typeface="+mn-ea"/>
                <a:cs typeface="源柔ゴシック Regular" panose="020B0302020203020207" pitchFamily="50" charset="-128"/>
              </a:rPr>
              <a:t>Snapdragon X</a:t>
            </a:r>
            <a:r>
              <a:rPr kumimoji="1" lang="ja-JP" altLang="en-US" sz="900">
                <a:latin typeface="+mn-ea"/>
                <a:cs typeface="源柔ゴシック Regular" panose="020B0302020203020207" pitchFamily="50" charset="-128"/>
              </a:rPr>
              <a:t>など）→</a:t>
            </a:r>
            <a:r>
              <a:rPr kumimoji="1" lang="en-US" altLang="ja-JP" sz="900">
                <a:latin typeface="+mn-ea"/>
                <a:cs typeface="源柔ゴシック Regular" panose="020B0302020203020207" pitchFamily="50" charset="-128"/>
              </a:rPr>
              <a:t>FAQ</a:t>
            </a:r>
            <a:r>
              <a:rPr kumimoji="1" lang="ja-JP" altLang="en-US" sz="900">
                <a:latin typeface="+mn-ea"/>
                <a:cs typeface="源柔ゴシック Regular" panose="020B0302020203020207" pitchFamily="50" charset="-128"/>
              </a:rPr>
              <a:t>を参照</a:t>
            </a: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AB799835-98DC-FFC2-9A49-C3F3E9F01A2F}"/>
              </a:ext>
            </a:extLst>
          </p:cNvPr>
          <p:cNvSpPr/>
          <p:nvPr/>
        </p:nvSpPr>
        <p:spPr>
          <a:xfrm>
            <a:off x="8610600" y="3647090"/>
            <a:ext cx="2151993" cy="24173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F26F637-B0DE-6E79-2F53-121A546BD5BB}"/>
              </a:ext>
            </a:extLst>
          </p:cNvPr>
          <p:cNvSpPr txBox="1"/>
          <p:nvPr/>
        </p:nvSpPr>
        <p:spPr>
          <a:xfrm>
            <a:off x="8421445" y="3855779"/>
            <a:ext cx="189154" cy="37067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ja-JP">
                <a:solidFill>
                  <a:srgbClr val="FF0000"/>
                </a:solidFill>
                <a:latin typeface="+mn-ea"/>
                <a:cs typeface="源柔ゴシック Regular" panose="020B0302020203020207" pitchFamily="50" charset="-128"/>
              </a:rPr>
              <a:t>✕</a:t>
            </a:r>
            <a:endParaRPr kumimoji="1" lang="ja-JP" altLang="en-US">
              <a:solidFill>
                <a:srgbClr val="FF0000"/>
              </a:solidFill>
              <a:latin typeface="+mn-ea"/>
              <a:cs typeface="源柔ゴシック Regular" panose="020B0302020203020207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6586619-22A3-F06C-387C-FA9C9CCAAD20}"/>
              </a:ext>
            </a:extLst>
          </p:cNvPr>
          <p:cNvSpPr txBox="1"/>
          <p:nvPr/>
        </p:nvSpPr>
        <p:spPr>
          <a:xfrm>
            <a:off x="4120444" y="6355063"/>
            <a:ext cx="6096000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ja-JP" sz="12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.q</a:t>
            </a:r>
            <a:r>
              <a:rPr lang="ja-JP" altLang="en-US" sz="1200">
                <a:latin typeface="+mn-ea"/>
                <a:cs typeface="源柔ゴシック Regular" panose="020B0302020203020207" pitchFamily="50" charset="-128"/>
              </a:rPr>
              <a:t>で終了する。早くできた人は</a:t>
            </a:r>
            <a:r>
              <a:rPr lang="en-US" altLang="ja-JP" sz="12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.demo</a:t>
            </a:r>
            <a:r>
              <a:rPr lang="ja-JP" altLang="en-US" sz="1200">
                <a:latin typeface="+mn-ea"/>
                <a:cs typeface="源柔ゴシック Regular" panose="020B0302020203020207" pitchFamily="50" charset="-128"/>
              </a:rPr>
              <a:t>で機能を試してみるとよい。</a:t>
            </a:r>
            <a:endParaRPr lang="en-US" altLang="ja-JP" sz="1200">
              <a:latin typeface="+mn-ea"/>
              <a:cs typeface="源柔ゴシック Regular" panose="020B0302020203020207" pitchFamily="50" charset="-128"/>
            </a:endParaRPr>
          </a:p>
          <a:p>
            <a:pPr>
              <a:lnSpc>
                <a:spcPct val="110000"/>
              </a:lnSpc>
            </a:pPr>
            <a:r>
              <a:rPr lang="en-US" altLang="ja-JP" sz="1200">
                <a:latin typeface="Segoe UI" panose="020B0502040204020203" pitchFamily="34" charset="0"/>
                <a:cs typeface="Segoe UI" panose="020B0502040204020203" pitchFamily="34" charset="0"/>
              </a:rPr>
              <a:t>※</a:t>
            </a: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起動したけどなんか変</a:t>
            </a:r>
            <a:r>
              <a:rPr lang="en-US" altLang="ja-JP" sz="1200">
                <a:latin typeface="Segoe UI" panose="020B0502040204020203" pitchFamily="34" charset="0"/>
                <a:cs typeface="Segoe UI" panose="020B0502040204020203" pitchFamily="34" charset="0"/>
              </a:rPr>
              <a:t> / </a:t>
            </a: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起動しない→</a:t>
            </a:r>
            <a:r>
              <a:rPr lang="en-US" altLang="ja-JP" sz="1200">
                <a:latin typeface="Segoe UI" panose="020B0502040204020203" pitchFamily="34" charset="0"/>
                <a:cs typeface="Segoe UI" panose="020B0502040204020203" pitchFamily="34" charset="0"/>
              </a:rPr>
              <a:t>FAQ</a:t>
            </a: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を参照</a:t>
            </a:r>
            <a:endParaRPr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2505701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78CCF-D947-FBED-780A-D8B27DB8C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028C76-2C34-5A1E-671B-A6E14B84644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705600"/>
          </a:xfrm>
          <a:prstGeom prst="rect">
            <a:avLst/>
          </a:prstGeom>
          <a:solidFill>
            <a:schemeClr val="accent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ビルド済みバイナリ編</a:t>
            </a:r>
            <a:r>
              <a:rPr lang="en-US" altLang="ja-JP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 for </a:t>
            </a:r>
            <a:r>
              <a:rPr lang="en-US" altLang="ja-JP" sz="280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macOS</a:t>
            </a:r>
            <a:endParaRPr kumimoji="1" lang="ja-JP" altLang="en-US" sz="2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  <a:cs typeface="源柔ゴシック Regular" panose="020B0302020203020207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DF489B-140A-AEF3-2E82-41791104A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11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8635A95-69AB-E196-F769-53BC8F14D389}"/>
              </a:ext>
            </a:extLst>
          </p:cNvPr>
          <p:cNvSpPr txBox="1"/>
          <p:nvPr/>
        </p:nvSpPr>
        <p:spPr>
          <a:xfrm>
            <a:off x="796551" y="1454020"/>
            <a:ext cx="10598898" cy="4491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CPU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のアーキテクチャと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OS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を確認する（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Intel Mac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、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Apple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シリコンなど聞いたことがあるだろう）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「　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この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Mac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について」からプロセッサ（チップ）と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OS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を確認。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公式サイト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から自分の環境にあったインストーラをダウンロード。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一度起動する。ブロックされるので、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「設定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プライバシーとセキュリティ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&gt;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セキュリティ」から「このまま開く」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インストーラの指示に従い、インストールする。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完了後、ターミナルで</a:t>
            </a:r>
            <a:r>
              <a:rPr lang="en-US" altLang="ja-JP" sz="16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root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を実行して、起動確認。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2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.q</a:t>
            </a: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で終了する。早くできた人は</a:t>
            </a:r>
            <a:r>
              <a:rPr lang="en-US" altLang="ja-JP" sz="12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.demo</a:t>
            </a: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で機能を試してみるとよい。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275659A2-639C-63B5-6383-B8D3749A3E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099" y="1917499"/>
            <a:ext cx="196875" cy="206250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238A541D-06E8-AB70-840F-C0FBAE0A34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7" t="16248" r="8568" b="24559"/>
          <a:stretch>
            <a:fillRect/>
          </a:stretch>
        </p:blipFill>
        <p:spPr>
          <a:xfrm>
            <a:off x="10067710" y="1130200"/>
            <a:ext cx="1877274" cy="24078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4F04056D-406F-388F-AA90-B8004E5EEF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689" y="2536064"/>
            <a:ext cx="6002755" cy="16171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角丸四角形 25">
            <a:extLst>
              <a:ext uri="{FF2B5EF4-FFF2-40B4-BE49-F238E27FC236}">
                <a16:creationId xmlns:a16="http://schemas.microsoft.com/office/drawing/2014/main" id="{816A6D09-0750-C861-2EE2-D8936132CE6A}"/>
              </a:ext>
            </a:extLst>
          </p:cNvPr>
          <p:cNvSpPr/>
          <p:nvPr/>
        </p:nvSpPr>
        <p:spPr>
          <a:xfrm>
            <a:off x="3906236" y="3633490"/>
            <a:ext cx="2494547" cy="20296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2B9E8AD-39DA-D67C-057F-DDB0DE4578C4}"/>
              </a:ext>
            </a:extLst>
          </p:cNvPr>
          <p:cNvSpPr txBox="1"/>
          <p:nvPr/>
        </p:nvSpPr>
        <p:spPr>
          <a:xfrm>
            <a:off x="3707281" y="3783852"/>
            <a:ext cx="219264" cy="370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ja-JP">
                <a:solidFill>
                  <a:srgbClr val="FF0000"/>
                </a:solidFill>
                <a:latin typeface="+mn-ea"/>
                <a:cs typeface="源柔ゴシック Regular" panose="020B0302020203020207" pitchFamily="50" charset="-128"/>
              </a:rPr>
              <a:t>✕</a:t>
            </a:r>
            <a:endParaRPr kumimoji="1" lang="ja-JP" altLang="en-US">
              <a:solidFill>
                <a:srgbClr val="FF0000"/>
              </a:solidFill>
              <a:latin typeface="+mn-ea"/>
              <a:cs typeface="源柔ゴシック Regular" panose="020B0302020203020207" pitchFamily="50" charset="-128"/>
            </a:endParaRP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A6EBFE88-3CC9-AC18-D6FE-AADBC34B81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591" y="3756197"/>
            <a:ext cx="3706393" cy="24078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67917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CB714-29C7-DA35-1366-850FD390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4466E9-A763-6855-740A-C1A6DCAD75A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705600"/>
          </a:xfrm>
          <a:prstGeom prst="rect">
            <a:avLst/>
          </a:prstGeom>
          <a:solidFill>
            <a:schemeClr val="accent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</a:t>
            </a:r>
            <a:r>
              <a:rPr lang="ja-JP" altLang="en-US" sz="28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 </a:t>
            </a:r>
            <a:r>
              <a:rPr lang="en-US" altLang="ja-JP"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ja-JP" altLang="en-US"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altLang="ja-JP"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C++</a:t>
            </a:r>
            <a:r>
              <a:rPr lang="ja-JP" altLang="en-GB"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の</a:t>
            </a:r>
            <a:r>
              <a:rPr lang="ja-JP" altLang="en-US" sz="2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書き方：変数と関数の型</a:t>
            </a:r>
            <a:endParaRPr kumimoji="1" lang="ja-JP" altLang="en-US" sz="2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  <a:cs typeface="源柔ゴシック Regular" panose="020B0302020203020207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DD334A0-1C95-A276-1581-6D345641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12</a:t>
            </a:r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46D6157A-E594-B8C0-059B-B00B94E57F5C}"/>
                  </a:ext>
                </a:extLst>
              </p:cNvPr>
              <p:cNvSpPr txBox="1"/>
              <p:nvPr/>
            </p:nvSpPr>
            <p:spPr>
              <a:xfrm>
                <a:off x="796551" y="866930"/>
                <a:ext cx="10598898" cy="59998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altLang="ja-JP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C</a:t>
                </a: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言語は</a:t>
                </a:r>
                <a:r>
                  <a:rPr lang="en-GB" altLang="ja-JP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Python</a:t>
                </a:r>
                <a:r>
                  <a:rPr lang="ja-JP" altLang="en-GB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と</a:t>
                </a: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異なり、変数にどのようなもの（型）を代入するか、あらかじめ予告（宣言）する。</a:t>
                </a: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ja-JP" sz="12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数学同様、関数は値（戻り値）を返す：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𝑓</m:t>
                    </m:r>
                    <m:d>
                      <m:d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</m:e>
                    </m:d>
                    <m:r>
                      <a:rPr lang="en-US" altLang="ja-JP" sz="16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sSup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</m:e>
                      <m:sup>
                        <m:r>
                          <a:rPr lang="en-US" altLang="ja-JP" sz="16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という関数は</a:t>
                </a:r>
                <a:r>
                  <a:rPr lang="en-US" altLang="ja-JP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𝑥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=2</m:t>
                    </m:r>
                  </m:oMath>
                </a14:m>
                <a:r>
                  <a:rPr lang="en-US" altLang="ja-JP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を渡すと</a:t>
                </a:r>
                <a:r>
                  <a:rPr lang="en-US" altLang="ja-JP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𝑓</m:t>
                    </m:r>
                    <m:d>
                      <m:d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2</m:t>
                        </m:r>
                      </m:e>
                    </m:d>
                    <m:r>
                      <a:rPr lang="en-US" altLang="ja-JP" sz="16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=4</m:t>
                    </m:r>
                  </m:oMath>
                </a14:m>
                <a:r>
                  <a:rPr lang="en-US" altLang="ja-JP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を返す。</a:t>
                </a: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もし関数が表示までしてくれるなら？</a:t>
                </a: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ja-JP" sz="10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ja-JP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main</a:t>
                </a: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関数で受け取る必要がなくなる。受け取らないので</a:t>
                </a:r>
                <a:r>
                  <a:rPr lang="en-US" altLang="ja-JP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return</a:t>
                </a: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もない。つまり戻り値はいらない→</a:t>
                </a:r>
                <a:r>
                  <a:rPr lang="en-US" altLang="ja-JP" sz="1600">
                    <a:latin typeface="Consolas" panose="020B0609020204030204" pitchFamily="49" charset="0"/>
                    <a:cs typeface="Consolas" panose="020B0609020204030204" pitchFamily="49" charset="0"/>
                  </a:rPr>
                  <a:t>void</a:t>
                </a: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型</a:t>
                </a: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46D6157A-E594-B8C0-059B-B00B94E57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51" y="866930"/>
                <a:ext cx="10598898" cy="5999848"/>
              </a:xfrm>
              <a:prstGeom prst="rect">
                <a:avLst/>
              </a:prstGeom>
              <a:blipFill>
                <a:blip r:embed="rId3"/>
                <a:stretch>
                  <a:fillRect l="-1208" b="-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角丸四角形 20">
            <a:extLst>
              <a:ext uri="{FF2B5EF4-FFF2-40B4-BE49-F238E27FC236}">
                <a16:creationId xmlns:a16="http://schemas.microsoft.com/office/drawing/2014/main" id="{F1AAF44F-7792-71F9-11C3-A1DA405403B2}"/>
              </a:ext>
            </a:extLst>
          </p:cNvPr>
          <p:cNvSpPr/>
          <p:nvPr/>
        </p:nvSpPr>
        <p:spPr>
          <a:xfrm>
            <a:off x="796551" y="1244906"/>
            <a:ext cx="8506236" cy="556870"/>
          </a:xfrm>
          <a:prstGeom prst="roundRect">
            <a:avLst>
              <a:gd name="adj" fmla="val 16324"/>
            </a:avLst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ja-JP" sz="1400" noProof="1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i = 46;        // 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「</a:t>
            </a:r>
            <a:r>
              <a:rPr lang="en-GB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ja-JP" altLang="en-GB" sz="1400" noProof="1">
                <a:latin typeface="Consolas" panose="020B0609020204030204" pitchFamily="49" charset="0"/>
                <a:cs typeface="Consolas" panose="020B0609020204030204" pitchFamily="49" charset="0"/>
              </a:rPr>
              <a:t>は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整数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(integer)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です。</a:t>
            </a:r>
            <a:r>
              <a:rPr lang="en-GB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46</a:t>
            </a:r>
            <a:r>
              <a:rPr lang="ja-JP" altLang="en-GB" sz="1400" noProof="1">
                <a:latin typeface="Consolas" panose="020B0609020204030204" pitchFamily="49" charset="0"/>
                <a:cs typeface="Consolas" panose="020B0609020204030204" pitchFamily="49" charset="0"/>
              </a:rPr>
              <a:t>を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代入します」</a:t>
            </a:r>
          </a:p>
          <a:p>
            <a:r>
              <a:rPr lang="en-US" altLang="ja-JP" sz="1400" noProof="1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pi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3.14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 //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「</a:t>
            </a:r>
            <a:r>
              <a:rPr lang="en-GB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pi</a:t>
            </a:r>
            <a:r>
              <a:rPr lang="ja-JP" altLang="en-GB" sz="1400" noProof="1">
                <a:latin typeface="Consolas" panose="020B0609020204030204" pitchFamily="49" charset="0"/>
                <a:cs typeface="Consolas" panose="020B0609020204030204" pitchFamily="49" charset="0"/>
              </a:rPr>
              <a:t>は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倍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(double)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精度浮動小数点数です。</a:t>
            </a:r>
            <a:r>
              <a:rPr lang="en-GB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3.14</a:t>
            </a:r>
            <a:r>
              <a:rPr lang="ja-JP" altLang="en-GB" sz="1400" noProof="1">
                <a:latin typeface="Consolas" panose="020B0609020204030204" pitchFamily="49" charset="0"/>
                <a:cs typeface="Consolas" panose="020B0609020204030204" pitchFamily="49" charset="0"/>
              </a:rPr>
              <a:t>を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代入します」</a:t>
            </a:r>
            <a:endParaRPr lang="ja-JP" sz="1400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角丸四角形 20">
            <a:extLst>
              <a:ext uri="{FF2B5EF4-FFF2-40B4-BE49-F238E27FC236}">
                <a16:creationId xmlns:a16="http://schemas.microsoft.com/office/drawing/2014/main" id="{BE81E0AF-7EC4-E86D-B1E9-006C1F1D7596}"/>
              </a:ext>
            </a:extLst>
          </p:cNvPr>
          <p:cNvSpPr/>
          <p:nvPr/>
        </p:nvSpPr>
        <p:spPr>
          <a:xfrm>
            <a:off x="796551" y="2225997"/>
            <a:ext cx="8956826" cy="2940914"/>
          </a:xfrm>
          <a:prstGeom prst="roundRect">
            <a:avLst>
              <a:gd name="adj" fmla="val 8148"/>
            </a:avLst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ja-JP" altLang="en-GB" sz="1400" noProof="1">
                <a:latin typeface="Consolas" panose="020B0609020204030204" pitchFamily="49" charset="0"/>
                <a:cs typeface="Consolas" panose="020B0609020204030204" pitchFamily="49" charset="0"/>
              </a:rPr>
              <a:t>乗を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計算する関数を定義し、計算結果を表示しよう</a:t>
            </a:r>
          </a:p>
          <a:p>
            <a:r>
              <a:rPr lang="en-US" altLang="ja-JP" sz="1400" noProof="1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rgbClr val="FFF98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altLang="ja-JP" sz="1400" noProof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ja-JP" sz="1400" noProof="1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altLang="ja-JP" sz="1400" noProof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ja-JP" altLang="en-US" sz="1400" noProof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「小数を扱う関数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f(x)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を定義する。</a:t>
            </a:r>
            <a:r>
              <a:rPr lang="en-GB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は小数を扱う変数である」</a:t>
            </a:r>
          </a:p>
          <a:p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ja-JP" sz="1400" noProof="1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tx1">
                    <a:lumMod val="25000"/>
                    <a:lumOff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ja-JP" altLang="en-US" sz="1400" noProof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ja-JP" altLang="en-US" sz="1400" noProof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US" altLang="ja-JP" sz="1400" noProof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altLang="ja-JP" sz="1400" noProof="1">
                <a:solidFill>
                  <a:schemeClr val="tx1">
                    <a:lumMod val="25000"/>
                    <a:lumOff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「小数を扱う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を定義し、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を代入する」</a:t>
            </a:r>
          </a:p>
          <a:p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ja-JP" sz="1400" noProof="1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ja-JP" sz="1400" noProof="1">
                <a:solidFill>
                  <a:schemeClr val="tx1">
                    <a:lumMod val="25000"/>
                    <a:lumOff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ja-JP" altLang="en-US" sz="1400" noProof="1">
                <a:solidFill>
                  <a:schemeClr val="tx1">
                    <a:lumMod val="25000"/>
                    <a:lumOff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 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まだ計算しただけ。「結果を返す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(return)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」</a:t>
            </a:r>
          </a:p>
          <a:p>
            <a:r>
              <a:rPr lang="en-US" altLang="ja-JP" sz="1400" noProof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ja-JP" altLang="en-US" sz="1400" noProof="1">
              <a:solidFill>
                <a:srgbClr val="FFC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ja-JP" altLang="en-US" sz="1400" noProof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ja-JP" sz="1400" noProof="1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rgbClr val="FFF98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altLang="ja-JP" sz="1400" noProof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ja-JP" altLang="en-US" sz="1400" noProof="1">
              <a:solidFill>
                <a:srgbClr val="FFC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ja-JP" sz="1400" noProof="1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tx1">
                    <a:lumMod val="25000"/>
                    <a:lumOff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accent6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46.2</a:t>
            </a:r>
            <a:r>
              <a:rPr lang="en-US" altLang="ja-JP" sz="1400" noProof="1">
                <a:solidFill>
                  <a:schemeClr val="tx1">
                    <a:lumMod val="25000"/>
                    <a:lumOff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ja-JP" sz="1400" noProof="1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en-US" altLang="ja-JP" sz="1400" noProof="1">
                <a:solidFill>
                  <a:schemeClr val="tx1">
                    <a:lumMod val="25000"/>
                    <a:lumOff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ja-JP" altLang="en-US" sz="1400" noProof="1">
              <a:solidFill>
                <a:schemeClr val="tx1">
                  <a:lumMod val="25000"/>
                  <a:lumOff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ja-JP" sz="1400" noProof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tx1">
                    <a:lumMod val="25000"/>
                    <a:lumOff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rgbClr val="FFF98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altLang="ja-JP" sz="1400" noProof="1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ja-JP" sz="1400" noProof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ja-JP" sz="1400" noProof="1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altLang="ja-JP" sz="1400" noProof="1">
                <a:solidFill>
                  <a:schemeClr val="tx1">
                    <a:lumMod val="25000"/>
                    <a:lumOff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                // f(x)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は計算結果を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するので、受け取る</a:t>
            </a:r>
          </a:p>
          <a:p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ja-JP" sz="1400" noProof="1">
                <a:solidFill>
                  <a:schemeClr val="tx1">
                    <a:lumMod val="25000"/>
                    <a:lumOff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“square</a:t>
            </a:r>
            <a:r>
              <a:rPr lang="ja-JP" altLang="en-US" sz="14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of</a:t>
            </a:r>
            <a:r>
              <a:rPr lang="ja-JP" altLang="en-US" sz="14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  <a:r>
              <a:rPr lang="ja-JP" altLang="en-US" sz="14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</a:t>
            </a:r>
            <a:r>
              <a:rPr lang="ja-JP" altLang="en-US" sz="14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</a:t>
            </a:r>
            <a:r>
              <a:rPr lang="ja-JP" altLang="en-US" sz="14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rgbClr val="FFF98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ja-JP" sz="1400" noProof="1">
                <a:solidFill>
                  <a:schemeClr val="tx1">
                    <a:lumMod val="25000"/>
                    <a:lumOff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       // 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表示する</a:t>
            </a:r>
            <a:endParaRPr lang="en-US" altLang="ja-JP" sz="1400" noProof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ja-JP" sz="1400" noProof="1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accent6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;                  // 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右の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Tips</a:t>
            </a:r>
            <a:r>
              <a:rPr lang="ja-JP" altLang="en-US" sz="1400" noProof="1">
                <a:latin typeface="Consolas" panose="020B0609020204030204" pitchFamily="49" charset="0"/>
                <a:cs typeface="Consolas" panose="020B0609020204030204" pitchFamily="49" charset="0"/>
              </a:rPr>
              <a:t>参照</a:t>
            </a:r>
          </a:p>
          <a:p>
            <a:r>
              <a:rPr lang="en-US" altLang="ja-JP" sz="1400" noProof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ja-JP" sz="1400" noProof="1">
              <a:solidFill>
                <a:srgbClr val="FFC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角丸四角形 20">
            <a:extLst>
              <a:ext uri="{FF2B5EF4-FFF2-40B4-BE49-F238E27FC236}">
                <a16:creationId xmlns:a16="http://schemas.microsoft.com/office/drawing/2014/main" id="{855B2D00-10C5-C80B-52A1-68530EEFB915}"/>
              </a:ext>
            </a:extLst>
          </p:cNvPr>
          <p:cNvSpPr/>
          <p:nvPr/>
        </p:nvSpPr>
        <p:spPr>
          <a:xfrm>
            <a:off x="796551" y="5522178"/>
            <a:ext cx="8506236" cy="994240"/>
          </a:xfrm>
          <a:prstGeom prst="roundRect">
            <a:avLst>
              <a:gd name="adj" fmla="val 16324"/>
            </a:avLst>
          </a:prstGeom>
          <a:solidFill>
            <a:schemeClr val="bg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ja-JP" sz="1400" noProof="1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rgbClr val="FFF98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</a:t>
            </a:r>
            <a:r>
              <a:rPr lang="en-US" altLang="ja-JP" sz="1400" noProof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ja-JP" sz="1400" noProof="1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altLang="ja-JP" sz="1400" noProof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ja-JP" sz="1400" noProof="1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x * x;</a:t>
            </a:r>
          </a:p>
          <a:p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ja-JP" sz="1400" noProof="1">
                <a:solidFill>
                  <a:schemeClr val="tx1">
                    <a:lumMod val="25000"/>
                    <a:lumOff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”square of “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x &lt;&lt;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 is “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accent4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chemeClr val="bg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ja-JP" sz="1400" noProof="1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400" noProof="1">
                <a:solidFill>
                  <a:srgbClr val="FFF98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-US" altLang="ja-JP" sz="1400" noProof="1">
                <a:solidFill>
                  <a:schemeClr val="tx1">
                    <a:lumMod val="25000"/>
                    <a:lumOff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altLang="ja-JP" sz="1400" noProof="1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ja-JP" sz="1400" noProof="1">
              <a:solidFill>
                <a:srgbClr val="FFC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四角形: 上の 2 つの角を丸める 4">
            <a:extLst>
              <a:ext uri="{FF2B5EF4-FFF2-40B4-BE49-F238E27FC236}">
                <a16:creationId xmlns:a16="http://schemas.microsoft.com/office/drawing/2014/main" id="{D22660E1-4D44-82B9-C16C-9BCDB6C95D31}"/>
              </a:ext>
            </a:extLst>
          </p:cNvPr>
          <p:cNvSpPr/>
          <p:nvPr/>
        </p:nvSpPr>
        <p:spPr>
          <a:xfrm>
            <a:off x="8279402" y="3804141"/>
            <a:ext cx="3820246" cy="293072"/>
          </a:xfrm>
          <a:prstGeom prst="round2SameRect">
            <a:avLst>
              <a:gd name="adj1" fmla="val 19179"/>
              <a:gd name="adj2" fmla="val 0"/>
            </a:avLst>
          </a:prstGeom>
          <a:solidFill>
            <a:srgbClr val="FFF6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 anchorCtr="1">
            <a:spAutoFit/>
          </a:bodyPr>
          <a:lstStyle/>
          <a:p>
            <a:pPr algn="ctr"/>
            <a:r>
              <a:rPr lang="ja-JP" sz="1200" noProof="0">
                <a:solidFill>
                  <a:sysClr val="windowText" lastClr="000000"/>
                </a:solidFill>
              </a:rPr>
              <a:t>Tips：</a:t>
            </a:r>
            <a:r>
              <a:rPr lang="en-US" altLang="ja-JP" sz="1200" noProof="0">
                <a:solidFill>
                  <a:sysClr val="windowText" lastClr="000000"/>
                </a:solidFill>
              </a:rPr>
              <a:t>main</a:t>
            </a:r>
            <a:r>
              <a:rPr lang="ja-JP" altLang="en-US" sz="1200" noProof="0">
                <a:solidFill>
                  <a:sysClr val="windowText" lastClr="000000"/>
                </a:solidFill>
              </a:rPr>
              <a:t>関数の型</a:t>
            </a:r>
            <a:endParaRPr lang="en-US" altLang="ja-JP" sz="1200">
              <a:solidFill>
                <a:sysClr val="windowText" lastClr="000000"/>
              </a:solidFill>
            </a:endParaRPr>
          </a:p>
        </p:txBody>
      </p:sp>
      <p:sp>
        <p:nvSpPr>
          <p:cNvPr id="9" name="四角形: 上の 2 つの角を丸める 5">
            <a:extLst>
              <a:ext uri="{FF2B5EF4-FFF2-40B4-BE49-F238E27FC236}">
                <a16:creationId xmlns:a16="http://schemas.microsoft.com/office/drawing/2014/main" id="{97970B97-0D0F-3C1C-E4F8-BA2154EEE000}"/>
              </a:ext>
            </a:extLst>
          </p:cNvPr>
          <p:cNvSpPr/>
          <p:nvPr/>
        </p:nvSpPr>
        <p:spPr>
          <a:xfrm rot="10800000" flipV="1">
            <a:off x="8279402" y="4091590"/>
            <a:ext cx="3819904" cy="1404400"/>
          </a:xfrm>
          <a:prstGeom prst="round2SameRect">
            <a:avLst>
              <a:gd name="adj1" fmla="val 0"/>
              <a:gd name="adj2" fmla="val 445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kumimoji="1"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main</a:t>
            </a:r>
            <a:r>
              <a:rPr kumimoji="1"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は実行の本体であり、実行すれば戻り値はいらないのに、なぜ</a:t>
            </a:r>
            <a:r>
              <a:rPr kumimoji="1"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void</a:t>
            </a:r>
            <a:r>
              <a:rPr kumimoji="1"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ではなく</a:t>
            </a:r>
            <a:r>
              <a:rPr kumimoji="1"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int</a:t>
            </a:r>
            <a:r>
              <a:rPr kumimoji="1" lang="ja-JP" altLang="en-US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なのだろうか。</a:t>
            </a:r>
            <a:r>
              <a:rPr kumimoji="1" lang="en-US" altLang="ja-JP" sz="1200" noProof="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①</a:t>
            </a:r>
            <a:r>
              <a:rPr lang="ja-JP" altLang="en-US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昔は</a:t>
            </a:r>
            <a:r>
              <a:rPr lang="en-US" altLang="ja-JP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void</a:t>
            </a:r>
            <a:r>
              <a:rPr lang="ja-JP" altLang="en-US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型がなかったので、形式的に</a:t>
            </a:r>
            <a:r>
              <a:rPr lang="en-US" altLang="ja-JP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return 0</a:t>
            </a:r>
            <a:r>
              <a:rPr lang="ja-JP" altLang="en-US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を書いて</a:t>
            </a:r>
            <a:r>
              <a:rPr lang="en-US" altLang="ja-JP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int</a:t>
            </a:r>
            <a:r>
              <a:rPr lang="ja-JP" altLang="en-US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型ということにした</a:t>
            </a:r>
            <a:r>
              <a:rPr lang="en-US" altLang="ja-JP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 ②0</a:t>
            </a:r>
            <a:r>
              <a:rPr lang="ja-JP" altLang="en-US" sz="1200">
                <a:solidFill>
                  <a:sysClr val="windowText" lastClr="000000"/>
                </a:solidFill>
                <a:latin typeface="Consolas" panose="020B0609020204030204" pitchFamily="49" charset="0"/>
                <a:cs typeface="Segoe UI" panose="020B0502040204020203" pitchFamily="34" charset="0"/>
              </a:rPr>
              <a:t>は真偽判定で偽を意味するので、実行中ですか→いいえ、の判定に使える。</a:t>
            </a:r>
            <a:endParaRPr kumimoji="1" lang="ja-JP" sz="1200" noProof="0">
              <a:solidFill>
                <a:sysClr val="windowText" lastClr="000000"/>
              </a:solidFill>
              <a:latin typeface="Consolas" panose="020B0609020204030204" pitchFamily="49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697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CB714-29C7-DA35-1366-850FD390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53B3F"/>
          </a:solidFill>
          <a:ln>
            <a:solidFill>
              <a:srgbClr val="253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73152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>
                <a:solidFill>
                  <a:srgbClr val="FFFFFF"/>
                </a:solidFill>
                <a:latin typeface="Yu Gothic"/>
              </a:rPr>
              <a:t>このフォルダで使うROOTマクロ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65"/>
                </a:solidFill>
                <a:latin typeface="Yu Gothi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41832"/>
            <a:ext cx="108813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53B3F"/>
                </a:solidFill>
                <a:latin typeface="Yu Gothic"/>
              </a:rPr>
              <a:t>READMEにある練習を、実際の4ファイルで進める。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72768"/>
            <a:ext cx="10698480" cy="566928"/>
          </a:xfrm>
          <a:prstGeom prst="roundRect">
            <a:avLst>
              <a:gd name="adj" fmla="val 8000"/>
            </a:avLst>
          </a:prstGeom>
          <a:solidFill>
            <a:srgbClr val="F2F5F5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64208"/>
            <a:ext cx="39319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18099"/>
                </a:solidFill>
                <a:latin typeface="Yu Gothic"/>
              </a:rPr>
              <a:t>example/practice_exp.dat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664208"/>
            <a:ext cx="62636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A2D2E"/>
                </a:solidFill>
                <a:latin typeface="Yu Gothic"/>
              </a:rPr>
              <a:t>指数分布の入力データ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331720"/>
            <a:ext cx="106984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423160"/>
            <a:ext cx="39319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318099"/>
                </a:solidFill>
                <a:latin typeface="Yu Gothic"/>
              </a:rPr>
              <a:t>example/exercise.C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423160"/>
            <a:ext cx="62636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A2D2E"/>
                </a:solidFill>
                <a:latin typeface="Yu Gothic"/>
              </a:rPr>
              <a:t>C++ ROOTマクロ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090672"/>
            <a:ext cx="10698480" cy="566928"/>
          </a:xfrm>
          <a:prstGeom prst="roundRect">
            <a:avLst>
              <a:gd name="adj" fmla="val 8000"/>
            </a:avLst>
          </a:prstGeom>
          <a:solidFill>
            <a:srgbClr val="F2F5F5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182112"/>
            <a:ext cx="39319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D57046"/>
                </a:solidFill>
                <a:latin typeface="Yu Gothic"/>
              </a:rPr>
              <a:t>example/exercise.py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182112"/>
            <a:ext cx="62636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A2D2E"/>
                </a:solidFill>
                <a:latin typeface="Yu Gothic"/>
              </a:rPr>
              <a:t>同じ解析のPyROOT版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849624"/>
            <a:ext cx="1069848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941063"/>
            <a:ext cx="39319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48B76"/>
                </a:solidFill>
                <a:latin typeface="Yu Gothic"/>
              </a:rPr>
              <a:t>example/make_practice_data.py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941063"/>
            <a:ext cx="62636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A2D2E"/>
                </a:solidFill>
                <a:latin typeface="Yu Gothic"/>
              </a:rPr>
              <a:t>入力データを作り直すPythonコード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919472"/>
            <a:ext cx="10012680" cy="859536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09728" tIns="128016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python example/make_practice_data.py
root -l -q example/exercise.C+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61872" y="4773168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253B3F"/>
          </a:solidFill>
          <a:ln>
            <a:solidFill>
              <a:srgbClr val="253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実行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925312"/>
            <a:ext cx="98755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5B6365"/>
                </a:solidFill>
                <a:latin typeface="Yu Gothic"/>
              </a:rPr>
              <a:t>まずC++版を読み、最後にPyROOT版を見る。</a:t>
            </a:r>
          </a:p>
        </p:txBody>
      </p:sp>
    </p:spTree>
    <p:extLst>
      <p:ext uri="{BB962C8B-B14F-4D97-AF65-F5344CB8AC3E}">
        <p14:creationId xmlns:p14="http://schemas.microsoft.com/office/powerpoint/2010/main" val="794039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AA038-3F20-3E62-B9CD-59C28B31E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53B3F"/>
          </a:solidFill>
          <a:ln>
            <a:solidFill>
              <a:srgbClr val="253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73152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>
                <a:solidFill>
                  <a:srgbClr val="FFFFFF"/>
                </a:solidFill>
                <a:latin typeface="Yu Gothic"/>
              </a:rPr>
              <a:t>1. practice_exp.datを読む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65"/>
                </a:solidFill>
                <a:latin typeface="Yu Gothi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50976"/>
            <a:ext cx="10881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53B3F"/>
                </a:solidFill>
                <a:latin typeface="Yu Gothic"/>
              </a:rPr>
              <a:t>exercise.Cは、自分のファイル位置を基準に入力データを探す。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5321808" cy="3493008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09728" tIns="128016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Consolas"/>
              </a:rPr>
              <a:t>const std::string script_dir =
    gSystem-&gt;DirName(__FILE__);
const std::string input_path =
    script_dir + "/practice_exp.dat";
const auto values = read_values(input_path);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" y="1426464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318099"/>
          </a:solidFill>
          <a:ln>
            <a:solidFill>
              <a:srgbClr val="31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入力場所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72768"/>
            <a:ext cx="5321808" cy="3493008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09728" tIns="128016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Consolas"/>
              </a:rPr>
              <a:t>std::ifstream input(path);
std::vector&lt;double&gt; values;
double value = 0.0;
while (input &gt;&gt; value) {
    values.push_back(value);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1426464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318099"/>
          </a:solidFill>
          <a:ln>
            <a:solidFill>
              <a:srgbClr val="31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read_values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5166360"/>
            <a:ext cx="10771632" cy="896112"/>
          </a:xfrm>
          <a:prstGeom prst="roundRect">
            <a:avLst>
              <a:gd name="adj" fmla="val 8000"/>
            </a:avLst>
          </a:prstGeom>
          <a:solidFill>
            <a:srgbClr val="F2F5F5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5166360"/>
            <a:ext cx="91440" cy="896112"/>
          </a:xfrm>
          <a:prstGeom prst="rect">
            <a:avLst/>
          </a:prstGeom>
          <a:solidFill>
            <a:srgbClr val="448B76"/>
          </a:solidFill>
          <a:ln>
            <a:solidFill>
              <a:srgbClr val="448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5248656"/>
            <a:ext cx="10497311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48B76"/>
                </a:solidFill>
                <a:latin typeface="Yu Gothic"/>
              </a:rPr>
              <a:t>ポイント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550408"/>
            <a:ext cx="10497311" cy="4480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A2D2E"/>
                </a:solidFill>
                <a:latin typeface="Yu Gothic"/>
              </a:rPr>
              <a:t>1行ずつdoubleとして読み、vectorに追加する。スクリプト位置を基準にするので、同じフォルダ構成なら別のPCでも動かしやすい。</a:t>
            </a:r>
          </a:p>
        </p:txBody>
      </p:sp>
    </p:spTree>
    <p:extLst>
      <p:ext uri="{BB962C8B-B14F-4D97-AF65-F5344CB8AC3E}">
        <p14:creationId xmlns:p14="http://schemas.microsoft.com/office/powerpoint/2010/main" val="1937143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8701B-EDB0-B9AB-8DF6-4A70984D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53B3F"/>
          </a:solidFill>
          <a:ln>
            <a:solidFill>
              <a:srgbClr val="253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73152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>
                <a:solidFill>
                  <a:srgbClr val="FFFFFF"/>
                </a:solidFill>
                <a:latin typeface="Yu Gothic"/>
              </a:rPr>
              <a:t>2. TH1Dを作ってデータを入れる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65"/>
                </a:solidFill>
                <a:latin typeface="Yu Gothic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6035040" cy="425196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09728" tIns="128016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TH1D hist_expo(
    "hist_expo",
    "Exponential data;x;Counts",
    100, 0.0, 100.0
);
for (const double value : values) {
    hist_expo.Fill(value);
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" y="1133856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318099"/>
          </a:solidFill>
          <a:ln>
            <a:solidFill>
              <a:srgbClr val="31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exercise.C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4032" y="1234440"/>
            <a:ext cx="39319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253B3F"/>
                </a:solidFill>
                <a:latin typeface="Yu Gothic"/>
              </a:rPr>
              <a:t>TH1Dの引数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9168" y="1783080"/>
            <a:ext cx="4251960" cy="475488"/>
          </a:xfrm>
          <a:prstGeom prst="roundRect">
            <a:avLst>
              <a:gd name="adj" fmla="val 8000"/>
            </a:avLst>
          </a:prstGeom>
          <a:solidFill>
            <a:srgbClr val="F2F5F5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865376"/>
            <a:ext cx="14173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2D2E"/>
                </a:solidFill>
                <a:latin typeface="Yu Gothic"/>
              </a:rPr>
              <a:t>名前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8512" y="1865376"/>
            <a:ext cx="2377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A2D2E"/>
                </a:solidFill>
                <a:latin typeface="Yu Gothic"/>
              </a:rPr>
              <a:t>hist_expo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59168" y="2441448"/>
            <a:ext cx="425196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523744"/>
            <a:ext cx="14173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2D2E"/>
                </a:solidFill>
                <a:latin typeface="Yu Gothic"/>
              </a:rPr>
              <a:t>軸タイトル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12" y="2523744"/>
            <a:ext cx="2377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A2D2E"/>
                </a:solidFill>
                <a:latin typeface="Yu Gothic"/>
              </a:rPr>
              <a:t>x / Counts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59168" y="3099815"/>
            <a:ext cx="4251960" cy="475488"/>
          </a:xfrm>
          <a:prstGeom prst="roundRect">
            <a:avLst>
              <a:gd name="adj" fmla="val 8000"/>
            </a:avLst>
          </a:prstGeom>
          <a:solidFill>
            <a:srgbClr val="F2F5F5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3182111"/>
            <a:ext cx="14173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2D2E"/>
                </a:solidFill>
                <a:latin typeface="Yu Gothic"/>
              </a:rPr>
              <a:t>ビン数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2" y="3182111"/>
            <a:ext cx="2377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A2D2E"/>
                </a:solidFill>
                <a:latin typeface="Yu Gothic"/>
              </a:rPr>
              <a:t>100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59168" y="3758184"/>
            <a:ext cx="425196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3840480"/>
            <a:ext cx="14173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A2D2E"/>
                </a:solidFill>
                <a:latin typeface="Yu Gothic"/>
              </a:rPr>
              <a:t>横軸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3840480"/>
            <a:ext cx="2377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A2D2E"/>
                </a:solidFill>
                <a:latin typeface="Yu Gothic"/>
              </a:rPr>
              <a:t>0 〜 100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59168" y="4645152"/>
            <a:ext cx="4251960" cy="822960"/>
          </a:xfrm>
          <a:prstGeom prst="roundRect">
            <a:avLst>
              <a:gd name="adj" fmla="val 8000"/>
            </a:avLst>
          </a:prstGeom>
          <a:solidFill>
            <a:srgbClr val="F2F5F5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59168" y="4645152"/>
            <a:ext cx="91440" cy="822960"/>
          </a:xfrm>
          <a:prstGeom prst="rect">
            <a:avLst/>
          </a:prstGeom>
          <a:solidFill>
            <a:srgbClr val="448B76"/>
          </a:solidFill>
          <a:ln>
            <a:solidFill>
              <a:srgbClr val="448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4727448"/>
            <a:ext cx="39776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48B76"/>
                </a:solidFill>
                <a:latin typeface="Yu Gothic"/>
              </a:rPr>
              <a:t>Fill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5029200"/>
            <a:ext cx="3977640" cy="3749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2D2E"/>
                </a:solidFill>
                <a:latin typeface="Yu Gothic"/>
              </a:rPr>
              <a:t>値ごとにFillを呼ぶと、対応するビンのカウントが1増える。</a:t>
            </a:r>
          </a:p>
        </p:txBody>
      </p:sp>
    </p:spTree>
    <p:extLst>
      <p:ext uri="{BB962C8B-B14F-4D97-AF65-F5344CB8AC3E}">
        <p14:creationId xmlns:p14="http://schemas.microsoft.com/office/powerpoint/2010/main" val="1734275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011F4-06DF-8341-01C1-AAF274327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53B3F"/>
          </a:solidFill>
          <a:ln>
            <a:solidFill>
              <a:srgbClr val="253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73152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>
                <a:solidFill>
                  <a:srgbClr val="FFFFFF"/>
                </a:solidFill>
                <a:latin typeface="Yu Gothic"/>
              </a:rPr>
              <a:t>3. ROOTのexpoでフィットする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65"/>
                </a:solidFill>
                <a:latin typeface="Yu Gothic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10652760" cy="12344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09728" tIns="128016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>
                <a:solidFill>
                  <a:srgbClr val="FFFFFF"/>
                </a:solidFill>
                <a:latin typeface="Consolas"/>
              </a:rPr>
              <a:t>const TFitResultPtr result =
    hist_expo.Fit("expo", "SQ", "", 0.0, 100.0);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" y="1225296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318099"/>
          </a:solidFill>
          <a:ln>
            <a:solidFill>
              <a:srgbClr val="31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exercise.C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926080"/>
            <a:ext cx="1056132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253B3F"/>
                </a:solidFill>
                <a:latin typeface="Yu Gothic"/>
              </a:rPr>
              <a:t>expo はROOTに用意されている指数関数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3566160"/>
            <a:ext cx="6080760" cy="77724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09728" tIns="128016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Consolas"/>
              </a:rPr>
              <a:t>exp([0] + [1] 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5166360" cy="804672"/>
          </a:xfrm>
          <a:prstGeom prst="roundRect">
            <a:avLst>
              <a:gd name="adj" fmla="val 8000"/>
            </a:avLst>
          </a:prstGeom>
          <a:solidFill>
            <a:srgbClr val="F2F5F5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4754880"/>
            <a:ext cx="91440" cy="804672"/>
          </a:xfrm>
          <a:prstGeom prst="rect">
            <a:avLst/>
          </a:prstGeom>
          <a:solidFill>
            <a:srgbClr val="448B76"/>
          </a:solidFill>
          <a:ln>
            <a:solidFill>
              <a:srgbClr val="448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837176"/>
            <a:ext cx="48920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48B76"/>
                </a:solidFill>
                <a:latin typeface="Yu Gothic"/>
              </a:rPr>
              <a:t>Fitオプション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138928"/>
            <a:ext cx="4892040" cy="3566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2D2E"/>
                </a:solidFill>
                <a:latin typeface="Yu Gothic"/>
              </a:rPr>
              <a:t>S：フィット結果を返す　　Q：ターミナルへの表示を少なくする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4754880"/>
            <a:ext cx="5166360" cy="804672"/>
          </a:xfrm>
          <a:prstGeom prst="roundRect">
            <a:avLst>
              <a:gd name="adj" fmla="val 8000"/>
            </a:avLst>
          </a:prstGeom>
          <a:solidFill>
            <a:srgbClr val="F2F5F5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4754880"/>
            <a:ext cx="91440" cy="804672"/>
          </a:xfrm>
          <a:prstGeom prst="rect">
            <a:avLst/>
          </a:prstGeom>
          <a:solidFill>
            <a:srgbClr val="D57046"/>
          </a:solidFill>
          <a:ln>
            <a:solidFill>
              <a:srgbClr val="D57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4837176"/>
            <a:ext cx="48920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57046"/>
                </a:solidFill>
                <a:latin typeface="Yu Gothic"/>
              </a:rPr>
              <a:t>寿命との関係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5138928"/>
            <a:ext cx="4892040" cy="35661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2D2E"/>
                </a:solidFill>
                <a:latin typeface="Yu Gothic"/>
              </a:rPr>
              <a:t>傾き[1]が負なら、τ = −1 / [1]で減衰定数を求められる。</a:t>
            </a:r>
          </a:p>
        </p:txBody>
      </p:sp>
    </p:spTree>
    <p:extLst>
      <p:ext uri="{BB962C8B-B14F-4D97-AF65-F5344CB8AC3E}">
        <p14:creationId xmlns:p14="http://schemas.microsoft.com/office/powerpoint/2010/main" val="1666182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1F473-D772-ACC0-A136-B67430FA9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53B3F"/>
          </a:solidFill>
          <a:ln>
            <a:solidFill>
              <a:srgbClr val="253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73152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>
                <a:solidFill>
                  <a:srgbClr val="FFFFFF"/>
                </a:solidFill>
                <a:latin typeface="Yu Gothic"/>
              </a:rPr>
              <a:t>4. 自分で減衰関数を定義する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65"/>
                </a:solidFill>
                <a:latin typeface="Yu Gothic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989320" cy="4315968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09728" tIns="128016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TF1 decay(
    "decay",
    "[0]*exp(-x/[1])",
    0.0, 100.0
);
decay.SetParameters(1000.0, 10.0);
hist_decay.Fit(&amp;decay, "SQ");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" y="1088136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318099"/>
          </a:solidFill>
          <a:ln>
            <a:solidFill>
              <a:srgbClr val="31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exercise.C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9168" y="1307592"/>
            <a:ext cx="411480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253B3F"/>
                </a:solidFill>
                <a:latin typeface="Yu Gothic"/>
              </a:rPr>
              <a:t>パラメータ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9168" y="1856231"/>
            <a:ext cx="4160520" cy="640080"/>
          </a:xfrm>
          <a:prstGeom prst="roundRect">
            <a:avLst>
              <a:gd name="adj" fmla="val 8000"/>
            </a:avLst>
          </a:prstGeom>
          <a:solidFill>
            <a:srgbClr val="F2F5F5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993392"/>
            <a:ext cx="73152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18099"/>
                </a:solidFill>
                <a:latin typeface="Yu Gothic"/>
              </a:rPr>
              <a:t>[0]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993392"/>
            <a:ext cx="28803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A2D2E"/>
                </a:solidFill>
                <a:latin typeface="Yu Gothic"/>
              </a:rPr>
              <a:t>N0：x = 0付近の大きさ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59168" y="2670048"/>
            <a:ext cx="41605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2807208"/>
            <a:ext cx="73152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18099"/>
                </a:solidFill>
                <a:latin typeface="Yu Gothic"/>
              </a:rPr>
              <a:t>[1]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807208"/>
            <a:ext cx="2880360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A2D2E"/>
                </a:solidFill>
                <a:latin typeface="Yu Gothic"/>
              </a:rPr>
              <a:t>τ：減衰の時間スケール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59168" y="3749039"/>
            <a:ext cx="4160520" cy="1097280"/>
          </a:xfrm>
          <a:prstGeom prst="roundRect">
            <a:avLst>
              <a:gd name="adj" fmla="val 8000"/>
            </a:avLst>
          </a:prstGeom>
          <a:solidFill>
            <a:srgbClr val="F2F5F5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59168" y="3749039"/>
            <a:ext cx="91440" cy="1097280"/>
          </a:xfrm>
          <a:prstGeom prst="rect">
            <a:avLst/>
          </a:prstGeom>
          <a:solidFill>
            <a:srgbClr val="D57046"/>
          </a:solidFill>
          <a:ln>
            <a:solidFill>
              <a:srgbClr val="D57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59" y="3831335"/>
            <a:ext cx="38862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57046"/>
                </a:solidFill>
                <a:latin typeface="Yu Gothic"/>
              </a:rPr>
              <a:t>初期値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4133087"/>
            <a:ext cx="3886200" cy="6492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2D2E"/>
                </a:solidFill>
                <a:latin typeface="Yu Gothic"/>
              </a:rPr>
              <a:t>SetParametersでN0とτの出発点を与える。初期値が離れすぎると、うまく収束しないことがある。</a:t>
            </a:r>
          </a:p>
        </p:txBody>
      </p:sp>
    </p:spTree>
    <p:extLst>
      <p:ext uri="{BB962C8B-B14F-4D97-AF65-F5344CB8AC3E}">
        <p14:creationId xmlns:p14="http://schemas.microsoft.com/office/powerpoint/2010/main" val="13496401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235D3-5C3C-43EC-E067-98D2F77C2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53B3F"/>
          </a:solidFill>
          <a:ln>
            <a:solidFill>
              <a:srgbClr val="253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73152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>
                <a:solidFill>
                  <a:srgbClr val="FFFFFF"/>
                </a:solidFill>
                <a:latin typeface="Yu Gothic"/>
              </a:rPr>
              <a:t>5. Canvasに結果を並べる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65"/>
                </a:solidFill>
                <a:latin typeface="Yu Gothic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34440"/>
            <a:ext cx="6537960" cy="43434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09728" tIns="128016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>
                <a:solidFill>
                  <a:srgbClr val="FFFFFF"/>
                </a:solidFill>
                <a:latin typeface="Consolas"/>
              </a:rPr>
              <a:t>TCanvas canvas("canvas", "ROOT exercise", 1200, 500);
canvas.Divide(2, 1);
canvas.cd(1);
hist_expo.Draw();
canvas.cd(2);
hist_decay.Draw();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" y="1088136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318099"/>
          </a:solidFill>
          <a:ln>
            <a:solidFill>
              <a:srgbClr val="31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exercise.C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508760"/>
            <a:ext cx="1005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318099"/>
                </a:solidFill>
                <a:latin typeface="Yu Gothic"/>
              </a:rPr>
              <a:t>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1508760"/>
            <a:ext cx="2240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2A2D2E"/>
                </a:solidFill>
                <a:latin typeface="Yu Gothic"/>
              </a:rPr>
              <a:t>ROOTのexpo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240280"/>
            <a:ext cx="10058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318099"/>
                </a:solidFill>
                <a:latin typeface="Yu Gothic"/>
              </a:rPr>
              <a:t>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2240280"/>
            <a:ext cx="2468880" cy="5669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A2D2E"/>
                </a:solidFill>
                <a:latin typeface="Yu Gothic"/>
              </a:rPr>
              <a:t>自分で定義した関数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07808" y="3246120"/>
            <a:ext cx="3886200" cy="1143000"/>
          </a:xfrm>
          <a:prstGeom prst="roundRect">
            <a:avLst>
              <a:gd name="adj" fmla="val 8000"/>
            </a:avLst>
          </a:prstGeom>
          <a:solidFill>
            <a:srgbClr val="F2F5F5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07808" y="3246120"/>
            <a:ext cx="91440" cy="1143000"/>
          </a:xfrm>
          <a:prstGeom prst="rect">
            <a:avLst/>
          </a:prstGeom>
          <a:solidFill>
            <a:srgbClr val="448B76"/>
          </a:solidFill>
          <a:ln>
            <a:solidFill>
              <a:srgbClr val="448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328415"/>
            <a:ext cx="3611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48B76"/>
                </a:solidFill>
                <a:latin typeface="Yu Gothic"/>
              </a:rPr>
              <a:t>比較すること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630168"/>
            <a:ext cx="3611880" cy="694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A2D2E"/>
                </a:solidFill>
                <a:latin typeface="Yu Gothic"/>
              </a:rPr>
              <a:t>2つのフィットから得たτが一致するか、フィット結果とヒストグラムの形を見比べる。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4800600"/>
            <a:ext cx="3749039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5B6365"/>
                </a:solidFill>
                <a:latin typeface="Yu Gothic"/>
              </a:rPr>
              <a:t>画像保存の処理もexercise.Cに含まれている。</a:t>
            </a:r>
          </a:p>
        </p:txBody>
      </p:sp>
    </p:spTree>
    <p:extLst>
      <p:ext uri="{BB962C8B-B14F-4D97-AF65-F5344CB8AC3E}">
        <p14:creationId xmlns:p14="http://schemas.microsoft.com/office/powerpoint/2010/main" val="1635228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05076-9F43-C119-B218-C480D1A08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53B3F"/>
          </a:solidFill>
          <a:ln>
            <a:solidFill>
              <a:srgbClr val="253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73152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>
                <a:solidFill>
                  <a:srgbClr val="FFFFFF"/>
                </a:solidFill>
                <a:latin typeface="Yu Gothic"/>
              </a:rPr>
              <a:t>実行して結果を確認する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65"/>
                </a:solidFill>
                <a:latin typeface="Yu Gothic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61320" cy="114300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09728" tIns="128016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>
                <a:solidFill>
                  <a:srgbClr val="FFFFFF"/>
                </a:solidFill>
                <a:latin typeface="Consolas"/>
              </a:rPr>
              <a:t>python example/make_practice_data.py
root -l -q example/exercise.C+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1088136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253B3F"/>
          </a:solidFill>
          <a:ln>
            <a:solidFill>
              <a:srgbClr val="253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実行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2834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253B3F"/>
                </a:solidFill>
                <a:latin typeface="Yu Gothic"/>
              </a:rPr>
              <a:t>確認する値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310128"/>
            <a:ext cx="4892040" cy="475488"/>
          </a:xfrm>
          <a:prstGeom prst="roundRect">
            <a:avLst>
              <a:gd name="adj" fmla="val 8000"/>
            </a:avLst>
          </a:prstGeom>
          <a:solidFill>
            <a:srgbClr val="F2F5F5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392424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A2D2E"/>
                </a:solidFill>
                <a:latin typeface="Yu Gothic"/>
              </a:rPr>
              <a:t>expoの傾き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392424"/>
            <a:ext cx="19202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A2D2E"/>
                </a:solidFill>
                <a:latin typeface="Yu Gothic"/>
              </a:rPr>
              <a:t>約 −0.102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977639"/>
            <a:ext cx="48920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4059935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A2D2E"/>
                </a:solidFill>
                <a:latin typeface="Yu Gothic"/>
              </a:rPr>
              <a:t>−1 / 傾き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059935"/>
            <a:ext cx="19202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A2D2E"/>
                </a:solidFill>
                <a:latin typeface="Yu Gothic"/>
              </a:rPr>
              <a:t>約 9.84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645152"/>
            <a:ext cx="4892040" cy="475488"/>
          </a:xfrm>
          <a:prstGeom prst="roundRect">
            <a:avLst>
              <a:gd name="adj" fmla="val 8000"/>
            </a:avLst>
          </a:prstGeom>
          <a:solidFill>
            <a:srgbClr val="F2F5F5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727448"/>
            <a:ext cx="2331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A2D2E"/>
                </a:solidFill>
                <a:latin typeface="Yu Gothic"/>
              </a:rPr>
              <a:t>自作関数のτ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727448"/>
            <a:ext cx="19202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2A2D2E"/>
                </a:solidFill>
                <a:latin typeface="Yu Gothic"/>
              </a:rPr>
              <a:t>約 9.84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246120"/>
            <a:ext cx="5166360" cy="1005840"/>
          </a:xfrm>
          <a:prstGeom prst="roundRect">
            <a:avLst>
              <a:gd name="adj" fmla="val 8000"/>
            </a:avLst>
          </a:prstGeom>
          <a:solidFill>
            <a:srgbClr val="F2F5F5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246120"/>
            <a:ext cx="91440" cy="1005840"/>
          </a:xfrm>
          <a:prstGeom prst="rect">
            <a:avLst/>
          </a:prstGeom>
          <a:solidFill>
            <a:srgbClr val="D57046"/>
          </a:solidFill>
          <a:ln>
            <a:solidFill>
              <a:srgbClr val="D57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2" y="3328415"/>
            <a:ext cx="48920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57046"/>
                </a:solidFill>
                <a:latin typeface="Yu Gothic"/>
              </a:rPr>
              <a:t>うまく動かないとき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3630168"/>
            <a:ext cx="4892040" cy="557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A2D2E"/>
                </a:solidFill>
                <a:latin typeface="Yu Gothic"/>
              </a:rPr>
              <a:t>入力データの場所、ROOTとC++コンパイラの組み合わせ、末尾の+を確認する。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526280"/>
            <a:ext cx="5166360" cy="1005840"/>
          </a:xfrm>
          <a:prstGeom prst="roundRect">
            <a:avLst>
              <a:gd name="adj" fmla="val 8000"/>
            </a:avLst>
          </a:prstGeom>
          <a:solidFill>
            <a:srgbClr val="F2F5F5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526280"/>
            <a:ext cx="91440" cy="1005840"/>
          </a:xfrm>
          <a:prstGeom prst="rect">
            <a:avLst/>
          </a:prstGeom>
          <a:solidFill>
            <a:srgbClr val="448B76"/>
          </a:solidFill>
          <a:ln>
            <a:solidFill>
              <a:srgbClr val="448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4608576"/>
            <a:ext cx="48920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48B76"/>
                </a:solidFill>
                <a:latin typeface="Yu Gothic"/>
              </a:rPr>
              <a:t>次に試すこと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4910328"/>
            <a:ext cx="4892040" cy="5577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A2D2E"/>
                </a:solidFill>
                <a:latin typeface="Yu Gothic"/>
              </a:rPr>
              <a:t>ビン数、横軸の範囲、フィット範囲を変えて、結果がどの程度変わるかを見る。</a:t>
            </a:r>
          </a:p>
        </p:txBody>
      </p:sp>
    </p:spTree>
    <p:extLst>
      <p:ext uri="{BB962C8B-B14F-4D97-AF65-F5344CB8AC3E}">
        <p14:creationId xmlns:p14="http://schemas.microsoft.com/office/powerpoint/2010/main" val="3555630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6925B-652C-5B91-EBD4-14B0C75AB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EE54941F-CDF8-B29E-CDC2-3316DAF89A66}"/>
                  </a:ext>
                </a:extLst>
              </p:cNvPr>
              <p:cNvSpPr txBox="1"/>
              <p:nvPr/>
            </p:nvSpPr>
            <p:spPr>
              <a:xfrm>
                <a:off x="796551" y="1009543"/>
                <a:ext cx="10598898" cy="36591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96000" indent="-446400">
                  <a:lnSpc>
                    <a:spcPct val="150000"/>
                  </a:lnSpc>
                </a:pP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問：宇宙線ミューオンは大気を通過して地表に到達するため、真上からのミューオンが最も多く、</a:t>
                </a:r>
                <a:br>
                  <a:rPr lang="en-US" altLang="ja-JP" sz="1600">
                    <a:latin typeface="Segoe UI" panose="020B0502040204020203" pitchFamily="34" charset="0"/>
                    <a:cs typeface="Segoe UI" panose="020B0502040204020203" pitchFamily="34" charset="0"/>
                  </a:rPr>
                </a:b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横方向からのミューオンは少ない。天頂角 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𝜃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rad</m:t>
                        </m:r>
                      </m:e>
                    </m:d>
                  </m:oMath>
                </a14:m>
                <a:r>
                  <a:rPr lang="en-US" altLang="ja-JP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で到達する数は、</a:t>
                </a:r>
                <a14:m>
                  <m:oMath xmlns:m="http://schemas.openxmlformats.org/officeDocument/2006/math">
                    <m:r>
                      <a:rPr lang="en-US" altLang="ja-JP" sz="1600" b="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𝐴</m:t>
                    </m:r>
                    <m:func>
                      <m:funcPr>
                        <m:ctrlPr>
                          <a:rPr lang="en-US" altLang="ja-JP" sz="1600" b="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ja-JP" sz="1600" b="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sz="1600" b="0" i="0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altLang="ja-JP" sz="1600" b="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𝑏</m:t>
                            </m:r>
                          </m:sup>
                        </m:sSup>
                      </m:fName>
                      <m:e>
                        <m:r>
                          <a:rPr lang="en-US" altLang="ja-JP" sz="1600" b="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𝑐</m:t>
                        </m:r>
                        <m:r>
                          <a:rPr lang="en-US" altLang="ja-JP" sz="1600" b="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で書けることが分かっている。</a:t>
                </a:r>
                <a:r>
                  <a:rPr lang="en-US" altLang="ja-JP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Example2.root</a:t>
                </a: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は、宇宙線ミューオンが観測されたときの天頂角を記録したものである。</a:t>
                </a:r>
                <a:br>
                  <a:rPr lang="en-US" altLang="ja-JP" sz="1600">
                    <a:latin typeface="Segoe UI" panose="020B0502040204020203" pitchFamily="34" charset="0"/>
                    <a:cs typeface="Segoe UI" panose="020B0502040204020203" pitchFamily="34" charset="0"/>
                  </a:rPr>
                </a:b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縦軸をカウント、横軸を角度とするヒストグラムを作成し、フィットするマクロを作成せよ。</a:t>
                </a: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indent="444500">
                  <a:lnSpc>
                    <a:spcPct val="150000"/>
                  </a:lnSpc>
                </a:pP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ヒント：問題設定と分布が異なるだけで、やることは同じ。</a:t>
                </a: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625475" indent="-625475">
                  <a:lnSpc>
                    <a:spcPct val="150000"/>
                  </a:lnSpc>
                </a:pP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発展：</a:t>
                </a:r>
                <a:r>
                  <a:rPr lang="en-US" altLang="ja-JP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Appendix A</a:t>
                </a: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を見て、次の関数を用いてみよ。</a:t>
                </a:r>
                <a:br>
                  <a:rPr lang="en-US" altLang="ja-JP" sz="1600">
                    <a:latin typeface="Segoe UI" panose="020B0502040204020203" pitchFamily="34" charset="0"/>
                    <a:cs typeface="Segoe UI" panose="020B0502040204020203" pitchFamily="34" charset="0"/>
                  </a:rPr>
                </a:b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・</a:t>
                </a:r>
                <a:r>
                  <a:rPr lang="en-US" altLang="ja-JP" sz="1600" err="1">
                    <a:latin typeface="Consolas" panose="020B0609020204030204" pitchFamily="49" charset="0"/>
                    <a:cs typeface="Segoe UI" panose="020B0502040204020203" pitchFamily="34" charset="0"/>
                  </a:rPr>
                  <a:t>TFile</a:t>
                </a:r>
                <a:r>
                  <a:rPr lang="en-US" altLang="ja-JP" sz="1600">
                    <a:latin typeface="Consolas" panose="020B0609020204030204" pitchFamily="49" charset="0"/>
                    <a:cs typeface="Segoe UI" panose="020B0502040204020203" pitchFamily="34" charset="0"/>
                  </a:rPr>
                  <a:t>::</a:t>
                </a:r>
                <a:r>
                  <a:rPr lang="en-US" altLang="ja-JP" sz="1600" err="1">
                    <a:latin typeface="Consolas" panose="020B0609020204030204" pitchFamily="49" charset="0"/>
                    <a:cs typeface="Segoe UI" panose="020B0502040204020203" pitchFamily="34" charset="0"/>
                  </a:rPr>
                  <a:t>IsZombie</a:t>
                </a:r>
                <a:r>
                  <a:rPr lang="en-US" altLang="ja-JP" sz="1600">
                    <a:latin typeface="Consolas" panose="020B0609020204030204" pitchFamily="49" charset="0"/>
                    <a:cs typeface="Segoe UI" panose="020B0502040204020203" pitchFamily="34" charset="0"/>
                  </a:rPr>
                  <a:t>()</a:t>
                </a: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を用いて例外処理を行う。</a:t>
                </a: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　　　・</a:t>
                </a:r>
                <a:r>
                  <a:rPr lang="en-US" altLang="ja-JP" sz="1600">
                    <a:latin typeface="Consolas" panose="020B0609020204030204" pitchFamily="49" charset="0"/>
                    <a:cs typeface="Segoe UI" panose="020B0502040204020203" pitchFamily="34" charset="0"/>
                  </a:rPr>
                  <a:t>TF1::</a:t>
                </a:r>
                <a:r>
                  <a:rPr lang="en-US" altLang="ja-JP" sz="1600" err="1">
                    <a:latin typeface="Consolas" panose="020B0609020204030204" pitchFamily="49" charset="0"/>
                    <a:cs typeface="Segoe UI" panose="020B0502040204020203" pitchFamily="34" charset="0"/>
                  </a:rPr>
                  <a:t>SetParameters</a:t>
                </a:r>
                <a:r>
                  <a:rPr lang="en-US" altLang="ja-JP" sz="1600">
                    <a:latin typeface="Consolas" panose="020B0609020204030204" pitchFamily="49" charset="0"/>
                    <a:cs typeface="Segoe UI" panose="020B0502040204020203" pitchFamily="34" charset="0"/>
                  </a:rPr>
                  <a:t>()</a:t>
                </a:r>
                <a:r>
                  <a:rPr lang="ja-JP" alt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で初期値をまとめて設定する。</a:t>
                </a:r>
                <a:endParaRPr lang="en-US" altLang="ja-JP" sz="16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EE54941F-CDF8-B29E-CDC2-3316DAF89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551" y="1009543"/>
                <a:ext cx="10598898" cy="3659143"/>
              </a:xfrm>
              <a:prstGeom prst="rect">
                <a:avLst/>
              </a:prstGeom>
              <a:blipFill>
                <a:blip r:embed="rId3"/>
                <a:stretch>
                  <a:fillRect l="-1208" b="-2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53B3F"/>
          </a:solidFill>
          <a:ln>
            <a:solidFill>
              <a:srgbClr val="253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73152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>
                <a:solidFill>
                  <a:srgbClr val="FFFFFF"/>
                </a:solidFill>
                <a:latin typeface="Yu Gothic"/>
              </a:rPr>
              <a:t>Practice：TDCデータを解析するにはどう書けばいいだろう？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65"/>
                </a:solidFill>
                <a:latin typeface="Yu Gothic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41832"/>
            <a:ext cx="1088136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53B3F"/>
                </a:solidFill>
                <a:latin typeface="Yu Gothic"/>
              </a:rPr>
              <a:t>測定側のコードはある。次は、時間差を解析する流れを自分で考える。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517904"/>
            <a:ext cx="18288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318099"/>
                </a:solidFill>
                <a:latin typeface="Yu Gothic"/>
              </a:rPr>
              <a:t>測定側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56816"/>
            <a:ext cx="5074920" cy="987552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09728" tIns="128016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Consolas"/>
              </a:rPr>
              <a:t>oscillo_Scripts/create_TDC.py
oscillo_Scripts/create_TDC_new.py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1517904"/>
            <a:ext cx="43891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57046"/>
                </a:solidFill>
                <a:latin typeface="Yu Gothic"/>
              </a:rPr>
              <a:t>解析側で考えること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947672"/>
            <a:ext cx="4983480" cy="251460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2A2D2E"/>
                </a:solidFill>
                <a:latin typeface="Yu Gothic"/>
              </a:defRPr>
            </a:pPr>
            <a:r>
              <a:t>・どの列を時間差として読むか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2A2D2E"/>
                </a:solidFill>
                <a:latin typeface="Yu Gothic"/>
              </a:defRPr>
            </a:pPr>
            <a:r>
              <a:t>・秒・ns・μsのどれで扱うか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2A2D2E"/>
                </a:solidFill>
                <a:latin typeface="Yu Gothic"/>
              </a:defRPr>
            </a:pPr>
            <a:r>
              <a:t>・ヒストグラムの範囲とビン数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2A2D2E"/>
                </a:solidFill>
                <a:latin typeface="Yu Gothic"/>
              </a:defRPr>
            </a:pPr>
            <a:r>
              <a:t>・フィット関数とフィット範囲</a:t>
            </a:r>
          </a:p>
          <a:p>
            <a:pPr>
              <a:lnSpc>
                <a:spcPct val="105000"/>
              </a:lnSpc>
              <a:spcAft>
                <a:spcPts val="600"/>
              </a:spcAft>
              <a:defRPr sz="1700">
                <a:solidFill>
                  <a:srgbClr val="2A2D2E"/>
                </a:solidFill>
                <a:latin typeface="Yu Gothic"/>
              </a:defRPr>
            </a:pPr>
            <a:r>
              <a:t>・背景や0付近のピークをどう扱うか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56432"/>
            <a:ext cx="5029200" cy="1024128"/>
          </a:xfrm>
          <a:prstGeom prst="roundRect">
            <a:avLst>
              <a:gd name="adj" fmla="val 8000"/>
            </a:avLst>
          </a:prstGeom>
          <a:solidFill>
            <a:srgbClr val="F2F5F5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456432"/>
            <a:ext cx="91440" cy="1024128"/>
          </a:xfrm>
          <a:prstGeom prst="rect">
            <a:avLst/>
          </a:prstGeom>
          <a:solidFill>
            <a:srgbClr val="448B76"/>
          </a:solidFill>
          <a:ln>
            <a:solidFill>
              <a:srgbClr val="448B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538727"/>
            <a:ext cx="4754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448B76"/>
                </a:solidFill>
                <a:latin typeface="Yu Gothic"/>
              </a:rPr>
              <a:t>書き始め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840480"/>
            <a:ext cx="4754880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A2D2E"/>
                </a:solidFill>
                <a:latin typeface="Yu Gothic"/>
              </a:rPr>
              <a:t>まずはexercise.Cの「読む → Fillする → Fitする → Drawする」をTDCの時間差へ置き換える。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4782312"/>
            <a:ext cx="5029200" cy="960120"/>
          </a:xfrm>
          <a:prstGeom prst="roundRect">
            <a:avLst>
              <a:gd name="adj" fmla="val 8000"/>
            </a:avLst>
          </a:prstGeom>
          <a:solidFill>
            <a:srgbClr val="F2F5F5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4782312"/>
            <a:ext cx="91440" cy="960120"/>
          </a:xfrm>
          <a:prstGeom prst="rect">
            <a:avLst/>
          </a:prstGeom>
          <a:solidFill>
            <a:srgbClr val="D57046"/>
          </a:solidFill>
          <a:ln>
            <a:solidFill>
              <a:srgbClr val="D57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4864608"/>
            <a:ext cx="475488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57046"/>
                </a:solidFill>
                <a:latin typeface="Yu Gothic"/>
              </a:rPr>
              <a:t>ゴール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5166360"/>
            <a:ext cx="4754880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A2D2E"/>
                </a:solidFill>
                <a:latin typeface="Yu Gothic"/>
              </a:rPr>
              <a:t>寿命らしい値が出るかだけでなく、単位やフィット範囲を変えたときの安定性も確認する。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37542350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33D7A-FD68-1A9F-C3E3-F6EF61082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53B3F"/>
          </a:solidFill>
          <a:ln>
            <a:solidFill>
              <a:srgbClr val="253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73152"/>
            <a:ext cx="11064240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>
                <a:solidFill>
                  <a:srgbClr val="FFFFFF"/>
                </a:solidFill>
                <a:latin typeface="Yu Gothic"/>
              </a:rPr>
              <a:t>C++のあとに：PyROOT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19672"/>
            <a:ext cx="5029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B6365"/>
                </a:solidFill>
                <a:latin typeface="Yu Gothic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50976"/>
            <a:ext cx="10881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53B3F"/>
                </a:solidFill>
                <a:latin typeface="Yu Gothic"/>
              </a:rPr>
              <a:t>example/exercise.pyは、同じ解析をPythonからROOTへ渡している。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27632"/>
            <a:ext cx="4846320" cy="155448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1800">
                <a:solidFill>
                  <a:srgbClr val="2A2D2E"/>
                </a:solidFill>
                <a:latin typeface="Yu Gothic"/>
              </a:defRPr>
            </a:pPr>
            <a:r>
              <a:t>・Python対応のROOTを使う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800">
                <a:solidFill>
                  <a:srgbClr val="2A2D2E"/>
                </a:solidFill>
                <a:latin typeface="Yu Gothic"/>
              </a:defRPr>
            </a:pPr>
            <a:r>
              <a:t>・ROOTに対応するPythonを使う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1800">
                <a:solidFill>
                  <a:srgbClr val="2A2D2E"/>
                </a:solidFill>
                <a:latin typeface="Yu Gothic"/>
              </a:defRPr>
            </a:pPr>
            <a:r>
              <a:t>・仮想環境を用意しておくと管理しやすい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353312"/>
            <a:ext cx="5532120" cy="4251960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09728" tIns="128016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</a:rPr>
              <a:t>import ROOT
hist = ROOT.TH1D(
    "hist_expo", "Exponential data;x;Counts",
    100, 0.0, 100.0
)
decay = ROOT.TF1(
    "decay", "[0]*exp(-x/[1])", 0.0, 100.0
)
hist.Fit(decay, "SQ")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16752" y="1207008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D57046"/>
          </a:solidFill>
          <a:ln>
            <a:solidFill>
              <a:srgbClr val="D57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example/exercise.py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3703320"/>
            <a:ext cx="4709160" cy="658368"/>
          </a:xfrm>
          <a:prstGeom prst="roundRect">
            <a:avLst>
              <a:gd name="adj" fmla="val 8000"/>
            </a:avLst>
          </a:prstGeom>
          <a:solidFill>
            <a:srgbClr val="1C1C1C"/>
          </a:solidFill>
          <a:ln>
            <a:solidFill>
              <a:srgbClr val="1C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09728" tIns="128016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</a:rPr>
              <a:t>.venv-root/Scripts/python.exe example/exercise.py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" y="3557015"/>
            <a:ext cx="1691640" cy="310896"/>
          </a:xfrm>
          <a:prstGeom prst="roundRect">
            <a:avLst>
              <a:gd name="adj" fmla="val 8000"/>
            </a:avLst>
          </a:prstGeom>
          <a:solidFill>
            <a:srgbClr val="D57046"/>
          </a:solidFill>
          <a:ln>
            <a:solidFill>
              <a:srgbClr val="D57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" bIns="9144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Windowsで実行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4818888"/>
            <a:ext cx="4709160" cy="786384"/>
          </a:xfrm>
          <a:prstGeom prst="roundRect">
            <a:avLst>
              <a:gd name="adj" fmla="val 8000"/>
            </a:avLst>
          </a:prstGeom>
          <a:solidFill>
            <a:srgbClr val="F2F5F5"/>
          </a:solidFill>
          <a:ln>
            <a:solidFill>
              <a:srgbClr val="C2CA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" y="4818888"/>
            <a:ext cx="91440" cy="786384"/>
          </a:xfrm>
          <a:prstGeom prst="rect">
            <a:avLst/>
          </a:prstGeom>
          <a:solidFill>
            <a:srgbClr val="318099"/>
          </a:solidFill>
          <a:ln>
            <a:solidFill>
              <a:srgbClr val="31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4901183"/>
            <a:ext cx="443484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18099"/>
                </a:solidFill>
                <a:latin typeface="Yu Gothic"/>
              </a:rPr>
              <a:t>位置づけ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5202936"/>
            <a:ext cx="4434840" cy="3383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A2D2E"/>
                </a:solidFill>
                <a:latin typeface="Yu Gothic"/>
              </a:rPr>
              <a:t>C++マクロを理解したあと、必要な部分だけPyROOTで試す。</a:t>
            </a:r>
          </a:p>
        </p:txBody>
      </p:sp>
    </p:spTree>
    <p:extLst>
      <p:ext uri="{BB962C8B-B14F-4D97-AF65-F5344CB8AC3E}">
        <p14:creationId xmlns:p14="http://schemas.microsoft.com/office/powerpoint/2010/main" val="3349027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E45F6-58D7-9FCD-963D-DE3231EAD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BB7F2D-B1C9-85C7-F6D9-A46D93AB6A4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705600"/>
          </a:xfrm>
          <a:prstGeom prst="rect">
            <a:avLst/>
          </a:prstGeom>
          <a:solidFill>
            <a:schemeClr val="accent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FAQ</a:t>
            </a:r>
            <a:endParaRPr kumimoji="1" lang="ja-JP" altLang="en-US" sz="2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源柔ゴシック Regular" panose="020B0302020203020207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6194419-F27E-1405-026A-BF501331E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22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926682F-8A27-84A1-50A4-C2437D3DD10A}"/>
              </a:ext>
            </a:extLst>
          </p:cNvPr>
          <p:cNvSpPr txBox="1"/>
          <p:nvPr/>
        </p:nvSpPr>
        <p:spPr>
          <a:xfrm>
            <a:off x="796551" y="1357466"/>
            <a:ext cx="10598898" cy="49401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ja-JP" sz="1600" b="1" u="sng">
                <a:latin typeface="Segoe UI" panose="020B0502040204020203" pitchFamily="34" charset="0"/>
                <a:cs typeface="Segoe UI" panose="020B0502040204020203" pitchFamily="34" charset="0"/>
              </a:rPr>
              <a:t>CentOS</a:t>
            </a:r>
            <a:r>
              <a:rPr lang="ja-JP" altLang="en-US" sz="1600" b="1" u="sng">
                <a:latin typeface="Segoe UI" panose="020B0502040204020203" pitchFamily="34" charset="0"/>
                <a:cs typeface="Segoe UI" panose="020B0502040204020203" pitchFamily="34" charset="0"/>
              </a:rPr>
              <a:t>でもできるか？</a:t>
            </a:r>
            <a:endParaRPr lang="en-US" altLang="ja-JP" sz="1600" b="1" u="sng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システムフォント（レギュラー）"/>
              <a:buChar char="⇨"/>
            </a:pP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できるが、すでにサポートが終了している。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1600" b="1" u="sng">
                <a:latin typeface="Segoe UI" panose="020B0502040204020203" pitchFamily="34" charset="0"/>
                <a:cs typeface="Segoe UI" panose="020B0502040204020203" pitchFamily="34" charset="0"/>
              </a:rPr>
              <a:t>パッケージが見つからない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：</a:t>
            </a:r>
            <a:r>
              <a:rPr lang="en-US" altLang="ja-JP" sz="160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Error: Unable to find a match: ...</a:t>
            </a:r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600">
                <a:solidFill>
                  <a:srgbClr val="FF0000"/>
                </a:solidFill>
                <a:highlight>
                  <a:srgbClr val="00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E:</a:t>
            </a:r>
            <a:r>
              <a:rPr lang="en-US" altLang="ja-JP" sz="160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Failed to fetch http://...</a:t>
            </a:r>
            <a:endParaRPr lang="en-US" altLang="ja-JP" sz="1600" b="1" u="sng">
              <a:highlight>
                <a:srgbClr val="00000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システムフォント（レギュラー）"/>
              <a:buChar char="⇨"/>
            </a:pP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まずはパッケージマネージャが古いことを疑う・・・</a:t>
            </a:r>
            <a:r>
              <a:rPr lang="en-US" altLang="ja-JP" sz="16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sudo dnf update</a:t>
            </a:r>
            <a:r>
              <a:rPr lang="en-US" altLang="ja-JP" sz="1600">
                <a:latin typeface="Consolas" panose="020B0609020204030204" pitchFamily="49" charset="0"/>
                <a:cs typeface="Consolas" panose="020B0609020204030204" pitchFamily="49" charset="0"/>
              </a:rPr>
              <a:t> / </a:t>
            </a:r>
            <a:r>
              <a:rPr lang="en-US" altLang="ja-JP" sz="16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sudo apt update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</a:b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それでもダメなら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データベース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でパッケージ名を検索し、自分の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OS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のページから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Package name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を探す。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例えば</a:t>
            </a:r>
            <a:r>
              <a:rPr lang="en-US" altLang="ja-JP" sz="1200">
                <a:latin typeface="Segoe UI" panose="020B0502040204020203" pitchFamily="34" charset="0"/>
                <a:cs typeface="Segoe UI" panose="020B0502040204020203" pitchFamily="34" charset="0"/>
              </a:rPr>
              <a:t>AlmaLinux 10</a:t>
            </a: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では</a:t>
            </a:r>
            <a:r>
              <a:rPr lang="en-US" altLang="ja-JP" sz="1200" err="1">
                <a:latin typeface="Consolas" panose="020B0609020204030204" pitchFamily="49" charset="0"/>
                <a:cs typeface="Consolas" panose="020B0609020204030204" pitchFamily="49" charset="0"/>
              </a:rPr>
              <a:t>libXft</a:t>
            </a:r>
            <a:r>
              <a:rPr lang="en-US" altLang="ja-JP" sz="1200">
                <a:latin typeface="Consolas" panose="020B0609020204030204" pitchFamily="49" charset="0"/>
                <a:cs typeface="Consolas" panose="020B0609020204030204" pitchFamily="49" charset="0"/>
              </a:rPr>
              <a:t>-devel</a:t>
            </a: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だが、</a:t>
            </a:r>
            <a:r>
              <a:rPr lang="en-US" altLang="ja-JP" sz="1200">
                <a:latin typeface="Segoe UI" panose="020B0502040204020203" pitchFamily="34" charset="0"/>
                <a:cs typeface="Segoe UI" panose="020B0502040204020203" pitchFamily="34" charset="0"/>
              </a:rPr>
              <a:t>Ubuntu</a:t>
            </a: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では</a:t>
            </a:r>
            <a:r>
              <a:rPr lang="en-US" altLang="ja-JP" sz="1200" err="1">
                <a:latin typeface="Consolas" panose="020B0609020204030204" pitchFamily="49" charset="0"/>
                <a:cs typeface="Consolas" panose="020B0609020204030204" pitchFamily="49" charset="0"/>
              </a:rPr>
              <a:t>libxft</a:t>
            </a:r>
            <a:r>
              <a:rPr lang="en-US" altLang="ja-JP" sz="1200">
                <a:latin typeface="Consolas" panose="020B0609020204030204" pitchFamily="49" charset="0"/>
                <a:cs typeface="Consolas" panose="020B0609020204030204" pitchFamily="49" charset="0"/>
              </a:rPr>
              <a:t>-dev</a:t>
            </a:r>
            <a:r>
              <a:rPr lang="ja-JP" altLang="en-US" sz="1200">
                <a:latin typeface="Consolas" panose="020B0609020204030204" pitchFamily="49" charset="0"/>
                <a:cs typeface="Consolas" panose="020B0609020204030204" pitchFamily="49" charset="0"/>
              </a:rPr>
              <a:t>。</a:t>
            </a:r>
            <a:r>
              <a:rPr lang="en-US" altLang="ja-JP" sz="1200">
                <a:latin typeface="Segoe UI" panose="020B0502040204020203" pitchFamily="34" charset="0"/>
                <a:cs typeface="Segoe UI" panose="020B0502040204020203" pitchFamily="34" charset="0"/>
              </a:rPr>
              <a:t>OS</a:t>
            </a:r>
            <a:r>
              <a:rPr lang="ja-JP" altLang="en-US" sz="1200">
                <a:latin typeface="Segoe UI" panose="020B0502040204020203" pitchFamily="34" charset="0"/>
                <a:cs typeface="Segoe UI" panose="020B0502040204020203" pitchFamily="34" charset="0"/>
              </a:rPr>
              <a:t>やバージョンによって名前が変わることがある。公式サイトやスライドの情報が古い場合があるので、このように検索されたい。</a:t>
            </a:r>
            <a:endParaRPr lang="en-US" altLang="ja-JP" sz="12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ja-JP" sz="1600" b="1" u="sng">
                <a:latin typeface="Segoe UI" panose="020B0502040204020203" pitchFamily="34" charset="0"/>
                <a:cs typeface="Segoe UI" panose="020B0502040204020203" pitchFamily="34" charset="0"/>
              </a:rPr>
              <a:t>PATH</a:t>
            </a:r>
            <a:r>
              <a:rPr lang="ja-JP" altLang="en-US" sz="1600" b="1" u="sng">
                <a:latin typeface="Segoe UI" panose="020B0502040204020203" pitchFamily="34" charset="0"/>
                <a:cs typeface="Segoe UI" panose="020B0502040204020203" pitchFamily="34" charset="0"/>
              </a:rPr>
              <a:t>を通すとは？</a:t>
            </a:r>
            <a:r>
              <a:rPr lang="en-US" altLang="ja-JP" sz="1600" b="1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altLang="ja-JP" sz="1600" noProof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echo ‘source ~/opt/root/bin/ROOTの環境設定スクリプト’ &gt;&gt; ~/シェル設定</a:t>
            </a:r>
            <a:r>
              <a:rPr lang="en-US" altLang="ja-JP" sz="1600" noProof="1">
                <a:solidFill>
                  <a:schemeClr val="bg1"/>
                </a:solidFill>
                <a:latin typeface="+mn-ea"/>
                <a:cs typeface="Consolas" panose="020B0609020204030204" pitchFamily="49" charset="0"/>
              </a:rPr>
              <a:t> </a:t>
            </a:r>
            <a:r>
              <a:rPr lang="ja-JP" altLang="en-US" sz="1600" b="1" u="sng" noProof="1">
                <a:latin typeface="Consolas" panose="020B0609020204030204" pitchFamily="49" charset="0"/>
                <a:cs typeface="Consolas" panose="020B0609020204030204" pitchFamily="49" charset="0"/>
              </a:rPr>
              <a:t>は何をしている？</a:t>
            </a:r>
            <a:endParaRPr lang="en-US" altLang="ja-JP" sz="1600" b="1" u="sng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システムフォント（レギュラー）"/>
              <a:buChar char="⇨"/>
            </a:pPr>
            <a:r>
              <a:rPr lang="en-US" altLang="ja-JP" sz="1600" err="1">
                <a:latin typeface="Consolas" panose="020B0609020204030204" pitchFamily="49" charset="0"/>
                <a:cs typeface="Consolas" panose="020B0609020204030204" pitchFamily="49" charset="0"/>
              </a:rPr>
              <a:t>ROOTの環境設定スクリプト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は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ROOT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を起動するためのスクリプト。これをコンピュータに認識させることで、</a:t>
            </a:r>
            <a:r>
              <a:rPr lang="en-US" altLang="ja-JP" sz="16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root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と打てば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ROOT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が起動するようになる。これを「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PATH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を通す」という。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公式サイトでは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PATH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の通し方；</a:t>
            </a:r>
            <a:r>
              <a:rPr lang="en-US" altLang="ja-JP" sz="16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source …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しか書かれていないが、これではターミナルを開くたびに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PATH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を通さなければならない。</a:t>
            </a:r>
            <a:r>
              <a:rPr lang="en-US" altLang="ja-JP" sz="16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echo …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はこれを</a:t>
            </a:r>
            <a:r>
              <a:rPr lang="en-US" altLang="ja-JP" sz="160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r>
              <a:rPr lang="en-US" altLang="ja-JP" sz="1600" err="1">
                <a:latin typeface="Consolas" panose="020B0609020204030204" pitchFamily="49" charset="0"/>
                <a:cs typeface="Consolas" panose="020B0609020204030204" pitchFamily="49" charset="0"/>
              </a:rPr>
              <a:t>シェル設定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という、自動実行される設定ファイルに追記して、明日以降の手間を省いてる。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Windows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ではこの通りにできないので、次頁の「起動できない」を参照。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800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F6A59-2CD4-9361-7938-D745DF8F5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5A1462A-799B-46AE-8E46-BDA927AD59B7}"/>
              </a:ext>
            </a:extLst>
          </p:cNvPr>
          <p:cNvSpPr/>
          <p:nvPr/>
        </p:nvSpPr>
        <p:spPr>
          <a:xfrm>
            <a:off x="2504694" y="1791810"/>
            <a:ext cx="6828816" cy="65175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73FB3ED-BCC1-05A5-6D1F-FAC683B3DD5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705600"/>
          </a:xfrm>
          <a:prstGeom prst="rect">
            <a:avLst/>
          </a:prstGeom>
          <a:solidFill>
            <a:schemeClr val="accent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FAQ</a:t>
            </a:r>
            <a:endParaRPr kumimoji="1" lang="ja-JP" altLang="en-US" sz="2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源柔ゴシック Regular" panose="020B0302020203020207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CDE49A1-3500-6332-B942-92621DCA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23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A817E4F-2585-BF1C-6C1D-7242161533B0}"/>
              </a:ext>
            </a:extLst>
          </p:cNvPr>
          <p:cNvSpPr txBox="1"/>
          <p:nvPr/>
        </p:nvSpPr>
        <p:spPr>
          <a:xfrm>
            <a:off x="796551" y="1357466"/>
            <a:ext cx="10598898" cy="25394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1600" b="1" u="sng">
                <a:latin typeface="Segoe UI" panose="020B0502040204020203" pitchFamily="34" charset="0"/>
                <a:cs typeface="Segoe UI" panose="020B0502040204020203" pitchFamily="34" charset="0"/>
              </a:rPr>
              <a:t>起動できない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：</a:t>
            </a:r>
            <a:r>
              <a:rPr lang="en-US" altLang="ja-JP" sz="160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-bash: root: command not found</a:t>
            </a:r>
            <a:r>
              <a:rPr kumimoji="1" lang="en-US" altLang="ja-JP" sz="1600" b="0" i="0" u="none" strike="noStrike" kern="1200" cap="none" spc="0" normalizeH="0" baseline="0" noProof="0">
                <a:ln>
                  <a:noFill/>
                </a:ln>
                <a:solidFill>
                  <a:srgbClr val="FAFAFA"/>
                </a:solidFill>
                <a:effectLst/>
                <a:uLnTx/>
                <a:uFillTx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ja-JP" sz="160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root: command not found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 (AlmaLinux / Ubuntu)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　　　　　　　</a:t>
            </a:r>
            <a:r>
              <a:rPr lang="en-US" altLang="ja-JP" sz="1600">
                <a:solidFill>
                  <a:schemeClr val="bg1"/>
                </a:solidFill>
                <a:latin typeface="Consolas" panose="020B0609020204030204" pitchFamily="49" charset="0"/>
                <a:ea typeface="MS Gothic" panose="020B0609070205080204" pitchFamily="49" charset="-128"/>
                <a:cs typeface="Consolas" panose="020B0609020204030204" pitchFamily="49" charset="0"/>
              </a:rPr>
              <a:t>‘root’ </a:t>
            </a:r>
            <a:r>
              <a:rPr lang="ja-JP" altLang="en-US" sz="1600">
                <a:solidFill>
                  <a:schemeClr val="bg1"/>
                </a:solidFill>
                <a:latin typeface="Consolas" panose="020B0609020204030204" pitchFamily="49" charset="0"/>
                <a:ea typeface="MS Gothic" panose="020B0609070205080204" pitchFamily="49" charset="-128"/>
                <a:cs typeface="Consolas" panose="020B0609020204030204" pitchFamily="49" charset="0"/>
              </a:rPr>
              <a:t>は、内部コマンドまたは外部コマンド、</a:t>
            </a:r>
            <a:br>
              <a:rPr lang="en-US" altLang="ja-JP" sz="1600">
                <a:latin typeface="MS Gothic" panose="020B0609070205080204" pitchFamily="49" charset="-128"/>
                <a:ea typeface="MS Gothic" panose="020B0609070205080204" pitchFamily="49" charset="-128"/>
                <a:cs typeface="Segoe UI" panose="020B0502040204020203" pitchFamily="34" charset="0"/>
              </a:rPr>
            </a:b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　　　　　　　</a:t>
            </a:r>
            <a:r>
              <a:rPr lang="ja-JP" altLang="en-US" sz="160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Segoe UI" panose="020B0502040204020203" pitchFamily="34" charset="0"/>
              </a:rPr>
              <a:t>操作可能なプログラムまたはバッチ</a:t>
            </a:r>
            <a:r>
              <a:rPr lang="en-US" altLang="ja-JP" sz="160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Segoe UI" panose="020B0502040204020203" pitchFamily="34" charset="0"/>
              </a:rPr>
              <a:t> </a:t>
            </a:r>
            <a:r>
              <a:rPr lang="ja-JP" altLang="en-US" sz="160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Segoe UI" panose="020B0502040204020203" pitchFamily="34" charset="0"/>
              </a:rPr>
              <a:t>ファイルとして認識されていません。</a:t>
            </a:r>
            <a:r>
              <a:rPr lang="en-US" altLang="ja-JP" sz="1600">
                <a:latin typeface="Segoe UI" panose="020B0502040204020203" pitchFamily="34" charset="0"/>
                <a:ea typeface="MS Gothic" panose="020B0609070205080204" pitchFamily="49" charset="-128"/>
                <a:cs typeface="Segoe UI" panose="020B0502040204020203" pitchFamily="34" charset="0"/>
              </a:rPr>
              <a:t> (Windows)</a:t>
            </a:r>
          </a:p>
          <a:p>
            <a:pPr marL="742950" lvl="1" indent="-285750">
              <a:lnSpc>
                <a:spcPct val="150000"/>
              </a:lnSpc>
              <a:buFont typeface="システムフォント（レギュラー）"/>
              <a:buChar char="⇨"/>
            </a:pP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ビルド済みバイナリの場合、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PATH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が通っていない。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Linux: </a:t>
            </a:r>
            <a:r>
              <a:rPr lang="en-US" altLang="ja-JP" sz="1600" noProof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echo ‘source ~/opt/root/bin/ROOTの環境設定スクリプト’ &gt;&gt; ~/シェル設定</a:t>
            </a:r>
            <a:r>
              <a:rPr lang="ja-JP" altLang="en-US" sz="1600" noProof="1">
                <a:latin typeface="Consolas" panose="020B0609020204030204" pitchFamily="49" charset="0"/>
                <a:cs typeface="Consolas" panose="020B0609020204030204" pitchFamily="49" charset="0"/>
              </a:rPr>
              <a:t>を実行。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Windows: 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環境変数を編集する。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システムフォント（レギュラー）"/>
              <a:buChar char="⇨"/>
            </a:pP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D7F9A54-DC97-B207-FE61-EE7C265BBA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17" t="2001" r="1244"/>
          <a:stretch>
            <a:fillRect/>
          </a:stretch>
        </p:blipFill>
        <p:spPr>
          <a:xfrm>
            <a:off x="2388713" y="3608962"/>
            <a:ext cx="2628022" cy="26653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CE9D181-C9E5-6486-783F-4EB269F66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821" y="3608962"/>
            <a:ext cx="2454216" cy="26653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7327DEBE-9EE5-F82A-52E5-E147AAACC1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1123" y="3608962"/>
            <a:ext cx="2458211" cy="26653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EB71141-820F-19FA-0EA8-F981CB587A20}"/>
              </a:ext>
            </a:extLst>
          </p:cNvPr>
          <p:cNvSpPr txBox="1"/>
          <p:nvPr/>
        </p:nvSpPr>
        <p:spPr>
          <a:xfrm>
            <a:off x="2445969" y="5806638"/>
            <a:ext cx="2513509" cy="184666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200">
                <a:latin typeface="+mn-ea"/>
                <a:cs typeface="源柔ゴシック Regular" panose="020B0302020203020207" pitchFamily="50" charset="-128"/>
              </a:rPr>
              <a:t>①</a:t>
            </a:r>
            <a:r>
              <a:rPr kumimoji="1" lang="ja-JP" altLang="en-US" sz="1200">
                <a:latin typeface="+mn-ea"/>
                <a:cs typeface="源柔ゴシック Regular" panose="020B0302020203020207" pitchFamily="50" charset="-128"/>
              </a:rPr>
              <a:t>「</a:t>
            </a:r>
            <a:r>
              <a:rPr lang="ja-JP" altLang="en-US" sz="1200">
                <a:latin typeface="+mn-ea"/>
                <a:cs typeface="源柔ゴシック Regular" panose="020B0302020203020207" pitchFamily="50" charset="-128"/>
              </a:rPr>
              <a:t>環境変数を編集」を検索、起動</a:t>
            </a:r>
            <a:endParaRPr kumimoji="1" lang="ja-JP" altLang="en-US" sz="1200">
              <a:latin typeface="+mn-ea"/>
              <a:cs typeface="源柔ゴシック Regular" panose="020B0302020203020207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A4DCBE4-8CE3-A2BD-D572-1A7F17D01206}"/>
              </a:ext>
            </a:extLst>
          </p:cNvPr>
          <p:cNvSpPr txBox="1"/>
          <p:nvPr/>
        </p:nvSpPr>
        <p:spPr>
          <a:xfrm>
            <a:off x="5507966" y="5714305"/>
            <a:ext cx="1881925" cy="369332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altLang="ja-JP" sz="1200">
                <a:latin typeface="+mn-ea"/>
                <a:cs typeface="源柔ゴシック Regular" panose="020B0302020203020207" pitchFamily="50" charset="-128"/>
              </a:rPr>
              <a:t>②</a:t>
            </a:r>
            <a:r>
              <a:rPr lang="ja-JP" altLang="en-US" sz="1200">
                <a:latin typeface="+mn-ea"/>
                <a:cs typeface="源柔ゴシック Regular" panose="020B0302020203020207" pitchFamily="50" charset="-128"/>
              </a:rPr>
              <a:t>ユーザー環境変数</a:t>
            </a:r>
            <a:r>
              <a:rPr lang="en-US" altLang="ja-JP" sz="1200">
                <a:latin typeface="+mn-ea"/>
                <a:cs typeface="源柔ゴシック Regular" panose="020B0302020203020207" pitchFamily="50" charset="-128"/>
              </a:rPr>
              <a:t>&gt;Path</a:t>
            </a:r>
            <a:br>
              <a:rPr lang="en-US" altLang="ja-JP" sz="1200">
                <a:latin typeface="+mn-ea"/>
                <a:cs typeface="源柔ゴシック Regular" panose="020B0302020203020207" pitchFamily="50" charset="-128"/>
              </a:rPr>
            </a:br>
            <a:r>
              <a:rPr lang="ja-JP" altLang="en-US" sz="1200">
                <a:latin typeface="+mn-ea"/>
                <a:cs typeface="源柔ゴシック Regular" panose="020B0302020203020207" pitchFamily="50" charset="-128"/>
              </a:rPr>
              <a:t>　</a:t>
            </a:r>
            <a:r>
              <a:rPr lang="en-US" altLang="ja-JP" sz="1200">
                <a:latin typeface="+mn-ea"/>
                <a:cs typeface="源柔ゴシック Regular" panose="020B0302020203020207" pitchFamily="50" charset="-128"/>
              </a:rPr>
              <a:t> </a:t>
            </a:r>
            <a:r>
              <a:rPr lang="ja-JP" altLang="en-US" sz="1200">
                <a:latin typeface="+mn-ea"/>
                <a:cs typeface="源柔ゴシック Regular" panose="020B0302020203020207" pitchFamily="50" charset="-128"/>
              </a:rPr>
              <a:t>を選択、編集をクリック</a:t>
            </a:r>
            <a:endParaRPr kumimoji="1" lang="ja-JP" altLang="en-US" sz="1200">
              <a:latin typeface="+mn-ea"/>
              <a:cs typeface="源柔ゴシック Regular" panose="020B0302020203020207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519BE7C-357C-B459-D465-7D8609006269}"/>
              </a:ext>
            </a:extLst>
          </p:cNvPr>
          <p:cNvSpPr txBox="1"/>
          <p:nvPr/>
        </p:nvSpPr>
        <p:spPr>
          <a:xfrm>
            <a:off x="7935227" y="5621972"/>
            <a:ext cx="2350002" cy="553998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altLang="ja-JP" sz="1200">
                <a:latin typeface="+mn-ea"/>
                <a:cs typeface="源柔ゴシック Regular" panose="020B0302020203020207" pitchFamily="50" charset="-128"/>
              </a:rPr>
              <a:t>③</a:t>
            </a:r>
            <a:r>
              <a:rPr kumimoji="1" lang="ja-JP" altLang="en-US" sz="1200">
                <a:latin typeface="+mn-ea"/>
                <a:cs typeface="源柔ゴシック Regular" panose="020B0302020203020207" pitchFamily="50" charset="-128"/>
              </a:rPr>
              <a:t>「新規」から</a:t>
            </a:r>
            <a:br>
              <a:rPr kumimoji="1" lang="en-US" altLang="ja-JP" sz="1200">
                <a:latin typeface="+mn-ea"/>
                <a:cs typeface="源柔ゴシック Regular" panose="020B0302020203020207" pitchFamily="50" charset="-128"/>
              </a:rPr>
            </a:br>
            <a:r>
              <a:rPr kumimoji="1" lang="ja-JP" altLang="en-US" sz="1200">
                <a:latin typeface="+mn-ea"/>
                <a:cs typeface="源柔ゴシック Regular" panose="020B0302020203020207" pitchFamily="50" charset="-128"/>
              </a:rPr>
              <a:t>　</a:t>
            </a:r>
            <a:r>
              <a:rPr kumimoji="1" lang="en-US" altLang="ja-JP" sz="1200">
                <a:latin typeface="+mn-ea"/>
                <a:cs typeface="源柔ゴシック Regular" panose="020B0302020203020207" pitchFamily="50" charset="-128"/>
              </a:rPr>
              <a:t> </a:t>
            </a:r>
            <a:r>
              <a:rPr kumimoji="1" lang="en-US" altLang="ja-JP" sz="1200">
                <a:latin typeface="Consolas" panose="020B0609020204030204" pitchFamily="49" charset="0"/>
                <a:cs typeface="Consolas" panose="020B0609020204030204" pitchFamily="49" charset="0"/>
              </a:rPr>
              <a:t>C:\root\bin</a:t>
            </a:r>
            <a:r>
              <a:rPr kumimoji="1" lang="ja-JP" altLang="en-US" sz="1200">
                <a:latin typeface="+mn-ea"/>
                <a:cs typeface="源柔ゴシック Regular" panose="020B0302020203020207" pitchFamily="50" charset="-128"/>
              </a:rPr>
              <a:t>を追加</a:t>
            </a:r>
            <a:br>
              <a:rPr kumimoji="1" lang="en-US" altLang="ja-JP" sz="1200">
                <a:latin typeface="+mn-ea"/>
                <a:cs typeface="源柔ゴシック Regular" panose="020B0302020203020207" pitchFamily="50" charset="-128"/>
              </a:rPr>
            </a:br>
            <a:r>
              <a:rPr kumimoji="1" lang="ja-JP" altLang="en-US" sz="1200">
                <a:latin typeface="+mn-ea"/>
                <a:cs typeface="源柔ゴシック Regular" panose="020B0302020203020207" pitchFamily="50" charset="-128"/>
              </a:rPr>
              <a:t>　</a:t>
            </a:r>
            <a:r>
              <a:rPr kumimoji="1" lang="en-US" altLang="ja-JP" sz="1200">
                <a:latin typeface="+mn-ea"/>
                <a:cs typeface="源柔ゴシック Regular" panose="020B0302020203020207" pitchFamily="50" charset="-128"/>
              </a:rPr>
              <a:t> 6.xx.xx</a:t>
            </a:r>
            <a:r>
              <a:rPr kumimoji="1" lang="ja-JP" altLang="en-US" sz="1200">
                <a:latin typeface="+mn-ea"/>
                <a:cs typeface="源柔ゴシック Regular" panose="020B0302020203020207" pitchFamily="50" charset="-128"/>
              </a:rPr>
              <a:t>はバージョン名</a:t>
            </a:r>
          </a:p>
        </p:txBody>
      </p:sp>
    </p:spTree>
    <p:extLst>
      <p:ext uri="{BB962C8B-B14F-4D97-AF65-F5344CB8AC3E}">
        <p14:creationId xmlns:p14="http://schemas.microsoft.com/office/powerpoint/2010/main" val="2640782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B839E-F6C1-EB90-F3CE-CB81DF933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A2EE88-7617-271A-9536-BC83C5098A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705600"/>
          </a:xfrm>
          <a:prstGeom prst="rect">
            <a:avLst/>
          </a:prstGeom>
          <a:solidFill>
            <a:schemeClr val="accent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FAQ</a:t>
            </a:r>
            <a:endParaRPr kumimoji="1" lang="ja-JP" altLang="en-US" sz="2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源柔ゴシック Regular" panose="020B0302020203020207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13AB4B-2A55-4131-06FF-AAE36927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24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BFA2277-52DD-F18F-817B-9583141E7651}"/>
              </a:ext>
            </a:extLst>
          </p:cNvPr>
          <p:cNvSpPr txBox="1"/>
          <p:nvPr/>
        </p:nvSpPr>
        <p:spPr>
          <a:xfrm>
            <a:off x="796551" y="1819126"/>
            <a:ext cx="10598898" cy="36453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1600" b="1" u="sng">
                <a:latin typeface="Segoe UI" panose="020B0502040204020203" pitchFamily="34" charset="0"/>
                <a:cs typeface="Segoe UI" panose="020B0502040204020203" pitchFamily="34" charset="0"/>
              </a:rPr>
              <a:t>起動できるが右のようなエラーが出る</a:t>
            </a:r>
            <a:endParaRPr lang="en-US" altLang="ja-JP" sz="1600" b="1" u="sng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システムフォント（レギュラー）"/>
              <a:buChar char="⇨"/>
            </a:pP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ROOT/Cling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が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C++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標準ライブラリヘッダを見つけられていない。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C++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のコンパイラが存在しない可能性が高い。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Linux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：</a:t>
            </a:r>
            <a:r>
              <a:rPr lang="en-US" altLang="ja-JP" sz="16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sudo dnf install </a:t>
            </a:r>
            <a:r>
              <a:rPr lang="en-US" altLang="ja-JP" sz="1600" err="1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gcc-c</a:t>
            </a:r>
            <a:r>
              <a:rPr lang="en-US" altLang="ja-JP" sz="16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++ </a:t>
            </a:r>
            <a:r>
              <a:rPr lang="en-US" altLang="ja-JP" sz="1600" err="1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lang="en-US" altLang="ja-JP" sz="1600">
                <a:latin typeface="Consolas" panose="020B0609020204030204" pitchFamily="49" charset="0"/>
                <a:cs typeface="Consolas" panose="020B0609020204030204" pitchFamily="49" charset="0"/>
              </a:rPr>
              <a:t> / </a:t>
            </a:r>
            <a:r>
              <a:rPr lang="en-US" altLang="ja-JP" sz="1600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sudo apt install g++ </a:t>
            </a:r>
            <a:r>
              <a:rPr lang="en-US" altLang="ja-JP" sz="1600" err="1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Windows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：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Visual C++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をインストールする。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41488" lvl="1">
              <a:lnSpc>
                <a:spcPct val="150000"/>
              </a:lnSpc>
            </a:pP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Visual Studio 2022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インストーラをダウンロード・起動し、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41488" lvl="1">
              <a:lnSpc>
                <a:spcPct val="150000"/>
              </a:lnSpc>
            </a:pP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「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Visual Studio Community 2022 &gt; C++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によるデスクトップ開発」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41488" lvl="1">
              <a:lnSpc>
                <a:spcPct val="150000"/>
              </a:lnSpc>
            </a:pP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を選択。以下をインストールする。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・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x64/x86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用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MSVC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ビルドツール（最新）</a:t>
            </a:r>
            <a:endParaRPr lang="en-US" altLang="ja-JP" sz="16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41488" lvl="1">
              <a:lnSpc>
                <a:spcPct val="150000"/>
              </a:lnSpc>
            </a:pP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・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Windows 11 SDK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CA8D496-0971-DDA2-FC02-86FC6A5C8D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961"/>
          <a:stretch>
            <a:fillRect/>
          </a:stretch>
        </p:blipFill>
        <p:spPr>
          <a:xfrm>
            <a:off x="8464547" y="1597467"/>
            <a:ext cx="3563236" cy="235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60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BAF87-CB65-2B01-8276-6DDF9100C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19EBE7-9235-34BA-8A59-82E2FB0FD2E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2192000" cy="705600"/>
          </a:xfrm>
          <a:prstGeom prst="rect">
            <a:avLst/>
          </a:prstGeom>
          <a:solidFill>
            <a:schemeClr val="accent1"/>
          </a:solidFill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3651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FAQ</a:t>
            </a:r>
            <a:endParaRPr kumimoji="1" lang="ja-JP" altLang="en-US" sz="2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ea"/>
              <a:ea typeface="+mj-ea"/>
              <a:cs typeface="源柔ゴシック Regular" panose="020B0302020203020207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E44DA88-8E19-EC12-359D-660CC24D3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25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3507DB3-58AA-FFF8-2064-299965E78459}"/>
              </a:ext>
            </a:extLst>
          </p:cNvPr>
          <p:cNvSpPr txBox="1"/>
          <p:nvPr/>
        </p:nvSpPr>
        <p:spPr>
          <a:xfrm>
            <a:off x="796551" y="1432544"/>
            <a:ext cx="10598898" cy="43888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ja-JP" sz="1600" b="1" u="sng">
                <a:latin typeface="Segoe UI" panose="020B0502040204020203" pitchFamily="34" charset="0"/>
                <a:cs typeface="Segoe UI" panose="020B0502040204020203" pitchFamily="34" charset="0"/>
              </a:rPr>
              <a:t>CPU</a:t>
            </a:r>
            <a:r>
              <a:rPr lang="ja-JP" altLang="en-US" sz="1600" b="1" u="sng">
                <a:latin typeface="Segoe UI" panose="020B0502040204020203" pitchFamily="34" charset="0"/>
                <a:cs typeface="Segoe UI" panose="020B0502040204020203" pitchFamily="34" charset="0"/>
              </a:rPr>
              <a:t>が</a:t>
            </a:r>
            <a:r>
              <a:rPr lang="en-US" altLang="ja-JP" sz="1600" b="1" u="sng">
                <a:latin typeface="Segoe UI" panose="020B0502040204020203" pitchFamily="34" charset="0"/>
                <a:cs typeface="Segoe UI" panose="020B0502040204020203" pitchFamily="34" charset="0"/>
              </a:rPr>
              <a:t>ARM</a:t>
            </a:r>
            <a:r>
              <a:rPr lang="ja-JP" altLang="en-US" sz="1600" b="1" u="sng">
                <a:latin typeface="Segoe UI" panose="020B0502040204020203" pitchFamily="34" charset="0"/>
                <a:cs typeface="Segoe UI" panose="020B0502040204020203" pitchFamily="34" charset="0"/>
              </a:rPr>
              <a:t>系なのだが？</a:t>
            </a:r>
            <a:endParaRPr lang="en-US" altLang="ja-JP" sz="1600" b="1" u="sng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システムフォント（レギュラー）"/>
              <a:buChar char="⇨"/>
            </a:pP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Linux / WSL2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なら問題ない。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macOS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かつビルド済みバイナリを使うなら、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ARM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版のインストーラを選択する。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Windows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の場合、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ARM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版のインストーラは用意されていない。ただし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Windows on Arm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には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x86/x64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アプリのエミュレーション機能があり、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Windows10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なら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32-bit x86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、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Windows11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なら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64-bit x64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が使えるかもしれない。インストールし、動作に不具合があれば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WSL2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を利用する。（筆者の手元に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ARM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機がないため検証不可。また、インストールされている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Python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が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ARM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ネイティブであれば</a:t>
            </a:r>
            <a:r>
              <a:rPr lang="en-US" altLang="ja-JP" sz="1600" err="1">
                <a:latin typeface="Segoe UI" panose="020B0502040204020203" pitchFamily="34" charset="0"/>
                <a:cs typeface="Segoe UI" panose="020B0502040204020203" pitchFamily="34" charset="0"/>
              </a:rPr>
              <a:t>PyROOT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は使えない）</a:t>
            </a:r>
            <a:endParaRPr lang="en-US" altLang="ja-JP" sz="1600" noProof="1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ja-JP" sz="1600" b="1" u="sng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ja-JP" sz="1600" b="1" u="sng">
                <a:latin typeface="Segoe UI" panose="020B0502040204020203" pitchFamily="34" charset="0"/>
                <a:cs typeface="Segoe UI" panose="020B0502040204020203" pitchFamily="34" charset="0"/>
              </a:rPr>
              <a:t>Ubuntu</a:t>
            </a:r>
            <a:r>
              <a:rPr lang="ja-JP" altLang="en-US" sz="1600" b="1" u="sng">
                <a:latin typeface="Segoe UI" panose="020B0502040204020203" pitchFamily="34" charset="0"/>
                <a:cs typeface="Segoe UI" panose="020B0502040204020203" pitchFamily="34" charset="0"/>
              </a:rPr>
              <a:t>のバージョンに対応している</a:t>
            </a:r>
            <a:r>
              <a:rPr lang="en-US" altLang="ja-JP" sz="1600" b="1" u="sng">
                <a:latin typeface="Segoe UI" panose="020B0502040204020203" pitchFamily="34" charset="0"/>
                <a:cs typeface="Segoe UI" panose="020B0502040204020203" pitchFamily="34" charset="0"/>
              </a:rPr>
              <a:t>Release</a:t>
            </a:r>
            <a:r>
              <a:rPr lang="ja-JP" altLang="en-US" sz="1600" b="1" u="sng">
                <a:latin typeface="Segoe UI" panose="020B0502040204020203" pitchFamily="34" charset="0"/>
                <a:cs typeface="Segoe UI" panose="020B0502040204020203" pitchFamily="34" charset="0"/>
              </a:rPr>
              <a:t>がない。</a:t>
            </a:r>
            <a:endParaRPr lang="en-US" altLang="ja-JP" sz="1600" b="1" u="sng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742950" lvl="1" indent="-285750">
              <a:lnSpc>
                <a:spcPct val="150000"/>
              </a:lnSpc>
              <a:buFont typeface="システムフォント（レギュラー）"/>
              <a:buChar char="⇨"/>
            </a:pP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Ubuntu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のバージョン名はリリース日の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YY.MM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になっている（例：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Ubuntu 23.04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→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23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年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月リリース）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Ubuntu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のリリース日以降の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ROOT Release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をまず探す。</a:t>
            </a:r>
            <a:b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なければ一つ前のバージョン用を試してみる。（例：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Ubuntu 23.04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→</a:t>
            </a:r>
            <a:r>
              <a:rPr lang="en-US" altLang="ja-JP" sz="1600">
                <a:latin typeface="Segoe UI" panose="020B0502040204020203" pitchFamily="34" charset="0"/>
                <a:cs typeface="Segoe UI" panose="020B0502040204020203" pitchFamily="34" charset="0"/>
              </a:rPr>
              <a:t>22.04</a:t>
            </a:r>
            <a:r>
              <a:rPr lang="ja-JP" altLang="en-US" sz="1600">
                <a:latin typeface="Segoe UI" panose="020B0502040204020203" pitchFamily="34" charset="0"/>
                <a:cs typeface="Segoe UI" panose="020B0502040204020203" pitchFamily="34" charset="0"/>
              </a:rPr>
              <a:t>用を試す）</a:t>
            </a:r>
            <a:endParaRPr lang="en-US" altLang="ja-JP" sz="1600" noProof="1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83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Metropolis">
      <a:dk1>
        <a:srgbClr val="2D2D2D"/>
      </a:dk1>
      <a:lt1>
        <a:srgbClr val="FAFAFA"/>
      </a:lt1>
      <a:dk2>
        <a:srgbClr val="0E2841"/>
      </a:dk2>
      <a:lt2>
        <a:srgbClr val="E8E8E8"/>
      </a:lt2>
      <a:accent1>
        <a:srgbClr val="25373B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etropolis">
      <a:majorFont>
        <a:latin typeface="Sans Serif Collection"/>
        <a:ea typeface="Noto Sans JP"/>
        <a:cs typeface=""/>
      </a:majorFont>
      <a:minorFont>
        <a:latin typeface="Sans Serif Collection"/>
        <a:ea typeface="Noto Sans JP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50000"/>
          </a:lnSpc>
          <a:defRPr dirty="0">
            <a:latin typeface="+mn-ea"/>
            <a:cs typeface="源柔ゴシック Regular" panose="020B0302020203020207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214715A8723DD498A8D51270EC27079" ma:contentTypeVersion="13" ma:contentTypeDescription="新しいドキュメントを作成します。" ma:contentTypeScope="" ma:versionID="7acc6ff029cb163d454f40928b5680c7">
  <xsd:schema xmlns:xsd="http://www.w3.org/2001/XMLSchema" xmlns:xs="http://www.w3.org/2001/XMLSchema" xmlns:p="http://schemas.microsoft.com/office/2006/metadata/properties" xmlns:ns3="1218aa44-f6b8-45f9-9deb-b3c579d95255" targetNamespace="http://schemas.microsoft.com/office/2006/metadata/properties" ma:root="true" ma:fieldsID="c9fad2926239b8d1cec9b1fb98cf9cc2" ns3:_="">
    <xsd:import namespace="1218aa44-f6b8-45f9-9deb-b3c579d9525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activity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18aa44-f6b8-45f9-9deb-b3c579d952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218aa44-f6b8-45f9-9deb-b3c579d9525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0A4DB99-2E67-4BDA-B836-4100F3B925B0}">
  <ds:schemaRefs>
    <ds:schemaRef ds:uri="1218aa44-f6b8-45f9-9deb-b3c579d9525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2FCEFA7-C3D8-4EC1-97D9-A954A180769D}">
  <ds:schemaRefs>
    <ds:schemaRef ds:uri="1218aa44-f6b8-45f9-9deb-b3c579d95255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CC0F4E04-1DF7-4856-BF2B-364A97BECF7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7715f89-936a-4af7-bb75-a57ac99646fa}" enabled="0" method="" siteId="{d7715f89-936a-4af7-bb75-a57ac99646f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0622</Template>
  <Application>Microsoft Office PowerPoint</Application>
  <PresentationFormat>Widescreen</PresentationFormat>
  <Slides>26</Slides>
  <Notes>26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テーマ</vt:lpstr>
      <vt:lpstr>ROOTで解析してみよう </vt:lpstr>
      <vt:lpstr>ROOTとは？</vt:lpstr>
      <vt:lpstr>【準備】WSL2の導入（Windowsユーザ向け）</vt:lpstr>
      <vt:lpstr>【発展】Visual Studio Codeを使ってみよう</vt:lpstr>
      <vt:lpstr>VSCodeを使った開発例</vt:lpstr>
      <vt:lpstr>パッケージマネージャ編：AlmaLinux / RHEL系, macOS, WSL2</vt:lpstr>
      <vt:lpstr>ビルド済みバイナリ編 for AlmaLinux / RHEL</vt:lpstr>
      <vt:lpstr>ビルド済みバイナリ編 for Ubuntu</vt:lpstr>
      <vt:lpstr>ビルド済みバイナリ編 for Windows</vt:lpstr>
      <vt:lpstr>ビルド済みバイナリ編 for Windows</vt:lpstr>
      <vt:lpstr>ビルド済みバイナリ編 for macOS</vt:lpstr>
      <vt:lpstr>C / C++の書き方：変数と関数の型</vt:lpstr>
      <vt:lpstr>ROOTとは？ season 2</vt:lpstr>
      <vt:lpstr>ROOTファイルを開く</vt:lpstr>
      <vt:lpstr>ROOTファイルを開く</vt:lpstr>
      <vt:lpstr>ROOTファイルを開く</vt:lpstr>
      <vt:lpstr>ROOTファイルを開く</vt:lpstr>
      <vt:lpstr>解析手順のまとめ</vt:lpstr>
      <vt:lpstr>マクロの例</vt:lpstr>
      <vt:lpstr>演習1：宇宙線ミューオンの天頂角分布</vt:lpstr>
      <vt:lpstr>演習1：解答例</vt:lpstr>
      <vt:lpstr>Appendix A: ROOT API 早見表</vt:lpstr>
      <vt:lpstr>FAQ</vt:lpstr>
      <vt:lpstr>FAQ</vt:lpstr>
      <vt:lpstr>FAQ</vt:lpstr>
      <vt:lpstr>FAQ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ROOTで解析してみよう </dc:title>
  <dc:creator>KUTOSE Taichi</dc:creator>
  <cp:revision>1</cp:revision>
  <dcterms:created xsi:type="dcterms:W3CDTF">2026-06-23T03:16:56Z</dcterms:created>
  <dcterms:modified xsi:type="dcterms:W3CDTF">2026-07-07T02:23:33Z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0x0101005214715A8723DD498A8D51270EC27079</vt:lpwstr>
  </property>
</Properties>
</file>